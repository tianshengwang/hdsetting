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"/>
  </p:notesMasterIdLst>
  <p:sldIdLst>
    <p:sldId id="281" r:id="rId2"/>
  </p:sldIdLst>
  <p:sldSz cx="185928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82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241" autoAdjust="0"/>
    <p:restoredTop sz="94660"/>
  </p:normalViewPr>
  <p:slideViewPr>
    <p:cSldViewPr snapToGrid="0">
      <p:cViewPr varScale="1">
        <p:scale>
          <a:sx n="98" d="100"/>
          <a:sy n="98" d="100"/>
        </p:scale>
        <p:origin x="224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ansheng Wang" userId="26352113-6e83-492f-84ac-f369dd862d7e" providerId="ADAL" clId="{72B8C417-54E2-804C-BCEF-9E650400D90A}"/>
    <pc:docChg chg="undo custSel addSld delSld modSld">
      <pc:chgData name="Tiansheng Wang" userId="26352113-6e83-492f-84ac-f369dd862d7e" providerId="ADAL" clId="{72B8C417-54E2-804C-BCEF-9E650400D90A}" dt="2019-01-12T13:11:46.638" v="1220" actId="1076"/>
      <pc:docMkLst>
        <pc:docMk/>
      </pc:docMkLst>
      <pc:sldChg chg="addSp delSp modSp">
        <pc:chgData name="Tiansheng Wang" userId="26352113-6e83-492f-84ac-f369dd862d7e" providerId="ADAL" clId="{72B8C417-54E2-804C-BCEF-9E650400D90A}" dt="2019-01-12T04:07:09.563" v="23" actId="1076"/>
        <pc:sldMkLst>
          <pc:docMk/>
          <pc:sldMk cId="1490777827" sldId="267"/>
        </pc:sldMkLst>
        <pc:cxnChg chg="add mod">
          <ac:chgData name="Tiansheng Wang" userId="26352113-6e83-492f-84ac-f369dd862d7e" providerId="ADAL" clId="{72B8C417-54E2-804C-BCEF-9E650400D90A}" dt="2019-01-12T04:07:04.635" v="22" actId="1076"/>
          <ac:cxnSpMkLst>
            <pc:docMk/>
            <pc:sldMk cId="1490777827" sldId="267"/>
            <ac:cxnSpMk id="18" creationId="{01E380B2-CB4B-AD4E-980A-6D754A3247A0}"/>
          </ac:cxnSpMkLst>
        </pc:cxnChg>
        <pc:cxnChg chg="mod">
          <ac:chgData name="Tiansheng Wang" userId="26352113-6e83-492f-84ac-f369dd862d7e" providerId="ADAL" clId="{72B8C417-54E2-804C-BCEF-9E650400D90A}" dt="2019-01-12T04:06:34.894" v="7" actId="692"/>
          <ac:cxnSpMkLst>
            <pc:docMk/>
            <pc:sldMk cId="1490777827" sldId="267"/>
            <ac:cxnSpMk id="20" creationId="{00000000-0000-0000-0000-000000000000}"/>
          </ac:cxnSpMkLst>
        </pc:cxnChg>
        <pc:cxnChg chg="mod">
          <ac:chgData name="Tiansheng Wang" userId="26352113-6e83-492f-84ac-f369dd862d7e" providerId="ADAL" clId="{72B8C417-54E2-804C-BCEF-9E650400D90A}" dt="2019-01-12T04:07:09.563" v="23" actId="1076"/>
          <ac:cxnSpMkLst>
            <pc:docMk/>
            <pc:sldMk cId="1490777827" sldId="267"/>
            <ac:cxnSpMk id="62" creationId="{00000000-0000-0000-0000-000000000000}"/>
          </ac:cxnSpMkLst>
        </pc:cxnChg>
        <pc:cxnChg chg="del">
          <ac:chgData name="Tiansheng Wang" userId="26352113-6e83-492f-84ac-f369dd862d7e" providerId="ADAL" clId="{72B8C417-54E2-804C-BCEF-9E650400D90A}" dt="2019-01-12T04:06:59.126" v="21" actId="478"/>
          <ac:cxnSpMkLst>
            <pc:docMk/>
            <pc:sldMk cId="1490777827" sldId="267"/>
            <ac:cxnSpMk id="69" creationId="{00000000-0000-0000-0000-000000000000}"/>
          </ac:cxnSpMkLst>
        </pc:cxnChg>
      </pc:sldChg>
      <pc:sldChg chg="modSp">
        <pc:chgData name="Tiansheng Wang" userId="26352113-6e83-492f-84ac-f369dd862d7e" providerId="ADAL" clId="{72B8C417-54E2-804C-BCEF-9E650400D90A}" dt="2019-01-12T13:11:46.638" v="1220" actId="1076"/>
        <pc:sldMkLst>
          <pc:docMk/>
          <pc:sldMk cId="1298184871" sldId="271"/>
        </pc:sldMkLst>
        <pc:spChg chg="mod">
          <ac:chgData name="Tiansheng Wang" userId="26352113-6e83-492f-84ac-f369dd862d7e" providerId="ADAL" clId="{72B8C417-54E2-804C-BCEF-9E650400D90A}" dt="2019-01-12T13:11:39.916" v="1219" actId="1035"/>
          <ac:spMkLst>
            <pc:docMk/>
            <pc:sldMk cId="1298184871" sldId="271"/>
            <ac:spMk id="38" creationId="{00000000-0000-0000-0000-000000000000}"/>
          </ac:spMkLst>
        </pc:spChg>
        <pc:spChg chg="mod">
          <ac:chgData name="Tiansheng Wang" userId="26352113-6e83-492f-84ac-f369dd862d7e" providerId="ADAL" clId="{72B8C417-54E2-804C-BCEF-9E650400D90A}" dt="2019-01-12T13:11:39.916" v="1219" actId="1035"/>
          <ac:spMkLst>
            <pc:docMk/>
            <pc:sldMk cId="1298184871" sldId="271"/>
            <ac:spMk id="40" creationId="{00000000-0000-0000-0000-000000000000}"/>
          </ac:spMkLst>
        </pc:spChg>
        <pc:spChg chg="mod">
          <ac:chgData name="Tiansheng Wang" userId="26352113-6e83-492f-84ac-f369dd862d7e" providerId="ADAL" clId="{72B8C417-54E2-804C-BCEF-9E650400D90A}" dt="2019-01-12T13:11:39.916" v="1219" actId="1035"/>
          <ac:spMkLst>
            <pc:docMk/>
            <pc:sldMk cId="1298184871" sldId="271"/>
            <ac:spMk id="41" creationId="{00000000-0000-0000-0000-000000000000}"/>
          </ac:spMkLst>
        </pc:spChg>
        <pc:spChg chg="mod">
          <ac:chgData name="Tiansheng Wang" userId="26352113-6e83-492f-84ac-f369dd862d7e" providerId="ADAL" clId="{72B8C417-54E2-804C-BCEF-9E650400D90A}" dt="2019-01-12T13:11:39.916" v="1219" actId="1035"/>
          <ac:spMkLst>
            <pc:docMk/>
            <pc:sldMk cId="1298184871" sldId="271"/>
            <ac:spMk id="42" creationId="{00000000-0000-0000-0000-000000000000}"/>
          </ac:spMkLst>
        </pc:spChg>
        <pc:spChg chg="mod">
          <ac:chgData name="Tiansheng Wang" userId="26352113-6e83-492f-84ac-f369dd862d7e" providerId="ADAL" clId="{72B8C417-54E2-804C-BCEF-9E650400D90A}" dt="2019-01-12T13:11:39.916" v="1219" actId="1035"/>
          <ac:spMkLst>
            <pc:docMk/>
            <pc:sldMk cId="1298184871" sldId="271"/>
            <ac:spMk id="44" creationId="{00000000-0000-0000-0000-000000000000}"/>
          </ac:spMkLst>
        </pc:spChg>
        <pc:spChg chg="mod">
          <ac:chgData name="Tiansheng Wang" userId="26352113-6e83-492f-84ac-f369dd862d7e" providerId="ADAL" clId="{72B8C417-54E2-804C-BCEF-9E650400D90A}" dt="2019-01-12T13:11:39.916" v="1219" actId="1035"/>
          <ac:spMkLst>
            <pc:docMk/>
            <pc:sldMk cId="1298184871" sldId="271"/>
            <ac:spMk id="47" creationId="{00000000-0000-0000-0000-000000000000}"/>
          </ac:spMkLst>
        </pc:spChg>
        <pc:spChg chg="mod">
          <ac:chgData name="Tiansheng Wang" userId="26352113-6e83-492f-84ac-f369dd862d7e" providerId="ADAL" clId="{72B8C417-54E2-804C-BCEF-9E650400D90A}" dt="2019-01-12T13:11:39.916" v="1219" actId="1035"/>
          <ac:spMkLst>
            <pc:docMk/>
            <pc:sldMk cId="1298184871" sldId="271"/>
            <ac:spMk id="48" creationId="{00000000-0000-0000-0000-000000000000}"/>
          </ac:spMkLst>
        </pc:spChg>
        <pc:spChg chg="mod">
          <ac:chgData name="Tiansheng Wang" userId="26352113-6e83-492f-84ac-f369dd862d7e" providerId="ADAL" clId="{72B8C417-54E2-804C-BCEF-9E650400D90A}" dt="2019-01-12T13:11:39.916" v="1219" actId="1035"/>
          <ac:spMkLst>
            <pc:docMk/>
            <pc:sldMk cId="1298184871" sldId="271"/>
            <ac:spMk id="51" creationId="{00000000-0000-0000-0000-000000000000}"/>
          </ac:spMkLst>
        </pc:spChg>
        <pc:spChg chg="mod">
          <ac:chgData name="Tiansheng Wang" userId="26352113-6e83-492f-84ac-f369dd862d7e" providerId="ADAL" clId="{72B8C417-54E2-804C-BCEF-9E650400D90A}" dt="2019-01-12T13:11:39.916" v="1219" actId="1035"/>
          <ac:spMkLst>
            <pc:docMk/>
            <pc:sldMk cId="1298184871" sldId="271"/>
            <ac:spMk id="52" creationId="{00000000-0000-0000-0000-000000000000}"/>
          </ac:spMkLst>
        </pc:spChg>
        <pc:spChg chg="mod">
          <ac:chgData name="Tiansheng Wang" userId="26352113-6e83-492f-84ac-f369dd862d7e" providerId="ADAL" clId="{72B8C417-54E2-804C-BCEF-9E650400D90A}" dt="2019-01-12T13:11:39.916" v="1219" actId="1035"/>
          <ac:spMkLst>
            <pc:docMk/>
            <pc:sldMk cId="1298184871" sldId="271"/>
            <ac:spMk id="53" creationId="{00000000-0000-0000-0000-000000000000}"/>
          </ac:spMkLst>
        </pc:spChg>
        <pc:spChg chg="mod">
          <ac:chgData name="Tiansheng Wang" userId="26352113-6e83-492f-84ac-f369dd862d7e" providerId="ADAL" clId="{72B8C417-54E2-804C-BCEF-9E650400D90A}" dt="2019-01-12T13:11:46.638" v="1220" actId="1076"/>
          <ac:spMkLst>
            <pc:docMk/>
            <pc:sldMk cId="1298184871" sldId="271"/>
            <ac:spMk id="54" creationId="{00000000-0000-0000-0000-000000000000}"/>
          </ac:spMkLst>
        </pc:spChg>
        <pc:spChg chg="mod">
          <ac:chgData name="Tiansheng Wang" userId="26352113-6e83-492f-84ac-f369dd862d7e" providerId="ADAL" clId="{72B8C417-54E2-804C-BCEF-9E650400D90A}" dt="2019-01-12T13:11:39.916" v="1219" actId="1035"/>
          <ac:spMkLst>
            <pc:docMk/>
            <pc:sldMk cId="1298184871" sldId="271"/>
            <ac:spMk id="77" creationId="{00000000-0000-0000-0000-000000000000}"/>
          </ac:spMkLst>
        </pc:spChg>
        <pc:spChg chg="mod">
          <ac:chgData name="Tiansheng Wang" userId="26352113-6e83-492f-84ac-f369dd862d7e" providerId="ADAL" clId="{72B8C417-54E2-804C-BCEF-9E650400D90A}" dt="2019-01-12T13:11:39.916" v="1219" actId="1035"/>
          <ac:spMkLst>
            <pc:docMk/>
            <pc:sldMk cId="1298184871" sldId="271"/>
            <ac:spMk id="79" creationId="{00000000-0000-0000-0000-000000000000}"/>
          </ac:spMkLst>
        </pc:spChg>
        <pc:spChg chg="mod">
          <ac:chgData name="Tiansheng Wang" userId="26352113-6e83-492f-84ac-f369dd862d7e" providerId="ADAL" clId="{72B8C417-54E2-804C-BCEF-9E650400D90A}" dt="2019-01-12T13:11:39.916" v="1219" actId="1035"/>
          <ac:spMkLst>
            <pc:docMk/>
            <pc:sldMk cId="1298184871" sldId="271"/>
            <ac:spMk id="80" creationId="{00000000-0000-0000-0000-000000000000}"/>
          </ac:spMkLst>
        </pc:spChg>
        <pc:spChg chg="mod">
          <ac:chgData name="Tiansheng Wang" userId="26352113-6e83-492f-84ac-f369dd862d7e" providerId="ADAL" clId="{72B8C417-54E2-804C-BCEF-9E650400D90A}" dt="2019-01-12T13:11:39.916" v="1219" actId="1035"/>
          <ac:spMkLst>
            <pc:docMk/>
            <pc:sldMk cId="1298184871" sldId="271"/>
            <ac:spMk id="81" creationId="{00000000-0000-0000-0000-000000000000}"/>
          </ac:spMkLst>
        </pc:spChg>
        <pc:spChg chg="mod">
          <ac:chgData name="Tiansheng Wang" userId="26352113-6e83-492f-84ac-f369dd862d7e" providerId="ADAL" clId="{72B8C417-54E2-804C-BCEF-9E650400D90A}" dt="2019-01-12T13:11:39.916" v="1219" actId="1035"/>
          <ac:spMkLst>
            <pc:docMk/>
            <pc:sldMk cId="1298184871" sldId="271"/>
            <ac:spMk id="82" creationId="{00000000-0000-0000-0000-000000000000}"/>
          </ac:spMkLst>
        </pc:spChg>
        <pc:spChg chg="mod">
          <ac:chgData name="Tiansheng Wang" userId="26352113-6e83-492f-84ac-f369dd862d7e" providerId="ADAL" clId="{72B8C417-54E2-804C-BCEF-9E650400D90A}" dt="2019-01-12T13:11:39.916" v="1219" actId="1035"/>
          <ac:spMkLst>
            <pc:docMk/>
            <pc:sldMk cId="1298184871" sldId="271"/>
            <ac:spMk id="83" creationId="{00000000-0000-0000-0000-000000000000}"/>
          </ac:spMkLst>
        </pc:spChg>
        <pc:spChg chg="mod">
          <ac:chgData name="Tiansheng Wang" userId="26352113-6e83-492f-84ac-f369dd862d7e" providerId="ADAL" clId="{72B8C417-54E2-804C-BCEF-9E650400D90A}" dt="2019-01-12T13:11:39.916" v="1219" actId="1035"/>
          <ac:spMkLst>
            <pc:docMk/>
            <pc:sldMk cId="1298184871" sldId="271"/>
            <ac:spMk id="90" creationId="{00000000-0000-0000-0000-000000000000}"/>
          </ac:spMkLst>
        </pc:spChg>
        <pc:spChg chg="mod">
          <ac:chgData name="Tiansheng Wang" userId="26352113-6e83-492f-84ac-f369dd862d7e" providerId="ADAL" clId="{72B8C417-54E2-804C-BCEF-9E650400D90A}" dt="2019-01-12T13:11:39.916" v="1219" actId="1035"/>
          <ac:spMkLst>
            <pc:docMk/>
            <pc:sldMk cId="1298184871" sldId="271"/>
            <ac:spMk id="91" creationId="{00000000-0000-0000-0000-000000000000}"/>
          </ac:spMkLst>
        </pc:spChg>
        <pc:spChg chg="mod">
          <ac:chgData name="Tiansheng Wang" userId="26352113-6e83-492f-84ac-f369dd862d7e" providerId="ADAL" clId="{72B8C417-54E2-804C-BCEF-9E650400D90A}" dt="2019-01-12T13:11:39.916" v="1219" actId="1035"/>
          <ac:spMkLst>
            <pc:docMk/>
            <pc:sldMk cId="1298184871" sldId="271"/>
            <ac:spMk id="93" creationId="{00000000-0000-0000-0000-000000000000}"/>
          </ac:spMkLst>
        </pc:spChg>
        <pc:spChg chg="mod">
          <ac:chgData name="Tiansheng Wang" userId="26352113-6e83-492f-84ac-f369dd862d7e" providerId="ADAL" clId="{72B8C417-54E2-804C-BCEF-9E650400D90A}" dt="2019-01-12T13:11:39.916" v="1219" actId="1035"/>
          <ac:spMkLst>
            <pc:docMk/>
            <pc:sldMk cId="1298184871" sldId="271"/>
            <ac:spMk id="94" creationId="{00000000-0000-0000-0000-000000000000}"/>
          </ac:spMkLst>
        </pc:spChg>
        <pc:spChg chg="mod">
          <ac:chgData name="Tiansheng Wang" userId="26352113-6e83-492f-84ac-f369dd862d7e" providerId="ADAL" clId="{72B8C417-54E2-804C-BCEF-9E650400D90A}" dt="2019-01-12T13:11:39.916" v="1219" actId="1035"/>
          <ac:spMkLst>
            <pc:docMk/>
            <pc:sldMk cId="1298184871" sldId="271"/>
            <ac:spMk id="96" creationId="{00000000-0000-0000-0000-000000000000}"/>
          </ac:spMkLst>
        </pc:spChg>
        <pc:spChg chg="mod">
          <ac:chgData name="Tiansheng Wang" userId="26352113-6e83-492f-84ac-f369dd862d7e" providerId="ADAL" clId="{72B8C417-54E2-804C-BCEF-9E650400D90A}" dt="2019-01-12T13:11:39.916" v="1219" actId="1035"/>
          <ac:spMkLst>
            <pc:docMk/>
            <pc:sldMk cId="1298184871" sldId="271"/>
            <ac:spMk id="97" creationId="{00000000-0000-0000-0000-000000000000}"/>
          </ac:spMkLst>
        </pc:spChg>
        <pc:spChg chg="mod">
          <ac:chgData name="Tiansheng Wang" userId="26352113-6e83-492f-84ac-f369dd862d7e" providerId="ADAL" clId="{72B8C417-54E2-804C-BCEF-9E650400D90A}" dt="2019-01-12T13:11:39.916" v="1219" actId="1035"/>
          <ac:spMkLst>
            <pc:docMk/>
            <pc:sldMk cId="1298184871" sldId="271"/>
            <ac:spMk id="104" creationId="{00000000-0000-0000-0000-000000000000}"/>
          </ac:spMkLst>
        </pc:spChg>
        <pc:spChg chg="mod">
          <ac:chgData name="Tiansheng Wang" userId="26352113-6e83-492f-84ac-f369dd862d7e" providerId="ADAL" clId="{72B8C417-54E2-804C-BCEF-9E650400D90A}" dt="2019-01-12T13:11:39.916" v="1219" actId="1035"/>
          <ac:spMkLst>
            <pc:docMk/>
            <pc:sldMk cId="1298184871" sldId="271"/>
            <ac:spMk id="108" creationId="{00000000-0000-0000-0000-000000000000}"/>
          </ac:spMkLst>
        </pc:spChg>
        <pc:spChg chg="mod">
          <ac:chgData name="Tiansheng Wang" userId="26352113-6e83-492f-84ac-f369dd862d7e" providerId="ADAL" clId="{72B8C417-54E2-804C-BCEF-9E650400D90A}" dt="2019-01-12T13:11:39.916" v="1219" actId="1035"/>
          <ac:spMkLst>
            <pc:docMk/>
            <pc:sldMk cId="1298184871" sldId="271"/>
            <ac:spMk id="116" creationId="{00000000-0000-0000-0000-000000000000}"/>
          </ac:spMkLst>
        </pc:spChg>
        <pc:spChg chg="mod">
          <ac:chgData name="Tiansheng Wang" userId="26352113-6e83-492f-84ac-f369dd862d7e" providerId="ADAL" clId="{72B8C417-54E2-804C-BCEF-9E650400D90A}" dt="2019-01-12T13:11:39.916" v="1219" actId="1035"/>
          <ac:spMkLst>
            <pc:docMk/>
            <pc:sldMk cId="1298184871" sldId="271"/>
            <ac:spMk id="117" creationId="{00000000-0000-0000-0000-000000000000}"/>
          </ac:spMkLst>
        </pc:spChg>
        <pc:spChg chg="mod">
          <ac:chgData name="Tiansheng Wang" userId="26352113-6e83-492f-84ac-f369dd862d7e" providerId="ADAL" clId="{72B8C417-54E2-804C-BCEF-9E650400D90A}" dt="2019-01-12T13:11:39.916" v="1219" actId="1035"/>
          <ac:spMkLst>
            <pc:docMk/>
            <pc:sldMk cId="1298184871" sldId="271"/>
            <ac:spMk id="119" creationId="{00000000-0000-0000-0000-000000000000}"/>
          </ac:spMkLst>
        </pc:spChg>
        <pc:cxnChg chg="mod">
          <ac:chgData name="Tiansheng Wang" userId="26352113-6e83-492f-84ac-f369dd862d7e" providerId="ADAL" clId="{72B8C417-54E2-804C-BCEF-9E650400D90A}" dt="2019-01-12T13:11:39.916" v="1219" actId="1035"/>
          <ac:cxnSpMkLst>
            <pc:docMk/>
            <pc:sldMk cId="1298184871" sldId="271"/>
            <ac:cxnSpMk id="39" creationId="{00000000-0000-0000-0000-000000000000}"/>
          </ac:cxnSpMkLst>
        </pc:cxnChg>
        <pc:cxnChg chg="mod">
          <ac:chgData name="Tiansheng Wang" userId="26352113-6e83-492f-84ac-f369dd862d7e" providerId="ADAL" clId="{72B8C417-54E2-804C-BCEF-9E650400D90A}" dt="2019-01-12T13:11:39.916" v="1219" actId="1035"/>
          <ac:cxnSpMkLst>
            <pc:docMk/>
            <pc:sldMk cId="1298184871" sldId="271"/>
            <ac:cxnSpMk id="49" creationId="{00000000-0000-0000-0000-000000000000}"/>
          </ac:cxnSpMkLst>
        </pc:cxnChg>
        <pc:cxnChg chg="mod">
          <ac:chgData name="Tiansheng Wang" userId="26352113-6e83-492f-84ac-f369dd862d7e" providerId="ADAL" clId="{72B8C417-54E2-804C-BCEF-9E650400D90A}" dt="2019-01-12T13:11:39.916" v="1219" actId="1035"/>
          <ac:cxnSpMkLst>
            <pc:docMk/>
            <pc:sldMk cId="1298184871" sldId="271"/>
            <ac:cxnSpMk id="50" creationId="{00000000-0000-0000-0000-000000000000}"/>
          </ac:cxnSpMkLst>
        </pc:cxnChg>
        <pc:cxnChg chg="mod">
          <ac:chgData name="Tiansheng Wang" userId="26352113-6e83-492f-84ac-f369dd862d7e" providerId="ADAL" clId="{72B8C417-54E2-804C-BCEF-9E650400D90A}" dt="2019-01-12T13:11:39.916" v="1219" actId="1035"/>
          <ac:cxnSpMkLst>
            <pc:docMk/>
            <pc:sldMk cId="1298184871" sldId="271"/>
            <ac:cxnSpMk id="72" creationId="{00000000-0000-0000-0000-000000000000}"/>
          </ac:cxnSpMkLst>
        </pc:cxnChg>
        <pc:cxnChg chg="mod">
          <ac:chgData name="Tiansheng Wang" userId="26352113-6e83-492f-84ac-f369dd862d7e" providerId="ADAL" clId="{72B8C417-54E2-804C-BCEF-9E650400D90A}" dt="2019-01-12T13:11:39.916" v="1219" actId="1035"/>
          <ac:cxnSpMkLst>
            <pc:docMk/>
            <pc:sldMk cId="1298184871" sldId="271"/>
            <ac:cxnSpMk id="73" creationId="{00000000-0000-0000-0000-000000000000}"/>
          </ac:cxnSpMkLst>
        </pc:cxnChg>
        <pc:cxnChg chg="mod">
          <ac:chgData name="Tiansheng Wang" userId="26352113-6e83-492f-84ac-f369dd862d7e" providerId="ADAL" clId="{72B8C417-54E2-804C-BCEF-9E650400D90A}" dt="2019-01-12T13:11:39.916" v="1219" actId="1035"/>
          <ac:cxnSpMkLst>
            <pc:docMk/>
            <pc:sldMk cId="1298184871" sldId="271"/>
            <ac:cxnSpMk id="75" creationId="{00000000-0000-0000-0000-000000000000}"/>
          </ac:cxnSpMkLst>
        </pc:cxnChg>
        <pc:cxnChg chg="mod">
          <ac:chgData name="Tiansheng Wang" userId="26352113-6e83-492f-84ac-f369dd862d7e" providerId="ADAL" clId="{72B8C417-54E2-804C-BCEF-9E650400D90A}" dt="2019-01-12T13:11:39.916" v="1219" actId="1035"/>
          <ac:cxnSpMkLst>
            <pc:docMk/>
            <pc:sldMk cId="1298184871" sldId="271"/>
            <ac:cxnSpMk id="78" creationId="{00000000-0000-0000-0000-000000000000}"/>
          </ac:cxnSpMkLst>
        </pc:cxnChg>
        <pc:cxnChg chg="mod">
          <ac:chgData name="Tiansheng Wang" userId="26352113-6e83-492f-84ac-f369dd862d7e" providerId="ADAL" clId="{72B8C417-54E2-804C-BCEF-9E650400D90A}" dt="2019-01-12T13:11:39.916" v="1219" actId="1035"/>
          <ac:cxnSpMkLst>
            <pc:docMk/>
            <pc:sldMk cId="1298184871" sldId="271"/>
            <ac:cxnSpMk id="84" creationId="{00000000-0000-0000-0000-000000000000}"/>
          </ac:cxnSpMkLst>
        </pc:cxnChg>
        <pc:cxnChg chg="mod">
          <ac:chgData name="Tiansheng Wang" userId="26352113-6e83-492f-84ac-f369dd862d7e" providerId="ADAL" clId="{72B8C417-54E2-804C-BCEF-9E650400D90A}" dt="2019-01-12T13:11:39.916" v="1219" actId="1035"/>
          <ac:cxnSpMkLst>
            <pc:docMk/>
            <pc:sldMk cId="1298184871" sldId="271"/>
            <ac:cxnSpMk id="85" creationId="{00000000-0000-0000-0000-000000000000}"/>
          </ac:cxnSpMkLst>
        </pc:cxnChg>
        <pc:cxnChg chg="mod">
          <ac:chgData name="Tiansheng Wang" userId="26352113-6e83-492f-84ac-f369dd862d7e" providerId="ADAL" clId="{72B8C417-54E2-804C-BCEF-9E650400D90A}" dt="2019-01-12T13:11:39.916" v="1219" actId="1035"/>
          <ac:cxnSpMkLst>
            <pc:docMk/>
            <pc:sldMk cId="1298184871" sldId="271"/>
            <ac:cxnSpMk id="86" creationId="{00000000-0000-0000-0000-000000000000}"/>
          </ac:cxnSpMkLst>
        </pc:cxnChg>
        <pc:cxnChg chg="mod">
          <ac:chgData name="Tiansheng Wang" userId="26352113-6e83-492f-84ac-f369dd862d7e" providerId="ADAL" clId="{72B8C417-54E2-804C-BCEF-9E650400D90A}" dt="2019-01-12T13:11:39.916" v="1219" actId="1035"/>
          <ac:cxnSpMkLst>
            <pc:docMk/>
            <pc:sldMk cId="1298184871" sldId="271"/>
            <ac:cxnSpMk id="87" creationId="{00000000-0000-0000-0000-000000000000}"/>
          </ac:cxnSpMkLst>
        </pc:cxnChg>
        <pc:cxnChg chg="mod">
          <ac:chgData name="Tiansheng Wang" userId="26352113-6e83-492f-84ac-f369dd862d7e" providerId="ADAL" clId="{72B8C417-54E2-804C-BCEF-9E650400D90A}" dt="2019-01-12T13:11:39.916" v="1219" actId="1035"/>
          <ac:cxnSpMkLst>
            <pc:docMk/>
            <pc:sldMk cId="1298184871" sldId="271"/>
            <ac:cxnSpMk id="88" creationId="{00000000-0000-0000-0000-000000000000}"/>
          </ac:cxnSpMkLst>
        </pc:cxnChg>
        <pc:cxnChg chg="mod">
          <ac:chgData name="Tiansheng Wang" userId="26352113-6e83-492f-84ac-f369dd862d7e" providerId="ADAL" clId="{72B8C417-54E2-804C-BCEF-9E650400D90A}" dt="2019-01-12T13:11:39.916" v="1219" actId="1035"/>
          <ac:cxnSpMkLst>
            <pc:docMk/>
            <pc:sldMk cId="1298184871" sldId="271"/>
            <ac:cxnSpMk id="92" creationId="{00000000-0000-0000-0000-000000000000}"/>
          </ac:cxnSpMkLst>
        </pc:cxnChg>
        <pc:cxnChg chg="mod">
          <ac:chgData name="Tiansheng Wang" userId="26352113-6e83-492f-84ac-f369dd862d7e" providerId="ADAL" clId="{72B8C417-54E2-804C-BCEF-9E650400D90A}" dt="2019-01-12T13:11:39.916" v="1219" actId="1035"/>
          <ac:cxnSpMkLst>
            <pc:docMk/>
            <pc:sldMk cId="1298184871" sldId="271"/>
            <ac:cxnSpMk id="98" creationId="{00000000-0000-0000-0000-000000000000}"/>
          </ac:cxnSpMkLst>
        </pc:cxnChg>
        <pc:cxnChg chg="mod">
          <ac:chgData name="Tiansheng Wang" userId="26352113-6e83-492f-84ac-f369dd862d7e" providerId="ADAL" clId="{72B8C417-54E2-804C-BCEF-9E650400D90A}" dt="2019-01-12T13:11:39.916" v="1219" actId="1035"/>
          <ac:cxnSpMkLst>
            <pc:docMk/>
            <pc:sldMk cId="1298184871" sldId="271"/>
            <ac:cxnSpMk id="99" creationId="{00000000-0000-0000-0000-000000000000}"/>
          </ac:cxnSpMkLst>
        </pc:cxnChg>
        <pc:cxnChg chg="mod">
          <ac:chgData name="Tiansheng Wang" userId="26352113-6e83-492f-84ac-f369dd862d7e" providerId="ADAL" clId="{72B8C417-54E2-804C-BCEF-9E650400D90A}" dt="2019-01-12T13:11:39.916" v="1219" actId="1035"/>
          <ac:cxnSpMkLst>
            <pc:docMk/>
            <pc:sldMk cId="1298184871" sldId="271"/>
            <ac:cxnSpMk id="101" creationId="{00000000-0000-0000-0000-000000000000}"/>
          </ac:cxnSpMkLst>
        </pc:cxnChg>
        <pc:cxnChg chg="mod">
          <ac:chgData name="Tiansheng Wang" userId="26352113-6e83-492f-84ac-f369dd862d7e" providerId="ADAL" clId="{72B8C417-54E2-804C-BCEF-9E650400D90A}" dt="2019-01-12T13:11:39.916" v="1219" actId="1035"/>
          <ac:cxnSpMkLst>
            <pc:docMk/>
            <pc:sldMk cId="1298184871" sldId="271"/>
            <ac:cxnSpMk id="102" creationId="{00000000-0000-0000-0000-000000000000}"/>
          </ac:cxnSpMkLst>
        </pc:cxnChg>
        <pc:cxnChg chg="mod">
          <ac:chgData name="Tiansheng Wang" userId="26352113-6e83-492f-84ac-f369dd862d7e" providerId="ADAL" clId="{72B8C417-54E2-804C-BCEF-9E650400D90A}" dt="2019-01-12T13:11:39.916" v="1219" actId="1035"/>
          <ac:cxnSpMkLst>
            <pc:docMk/>
            <pc:sldMk cId="1298184871" sldId="271"/>
            <ac:cxnSpMk id="107" creationId="{00000000-0000-0000-0000-000000000000}"/>
          </ac:cxnSpMkLst>
        </pc:cxnChg>
        <pc:cxnChg chg="mod">
          <ac:chgData name="Tiansheng Wang" userId="26352113-6e83-492f-84ac-f369dd862d7e" providerId="ADAL" clId="{72B8C417-54E2-804C-BCEF-9E650400D90A}" dt="2019-01-12T13:11:39.916" v="1219" actId="1035"/>
          <ac:cxnSpMkLst>
            <pc:docMk/>
            <pc:sldMk cId="1298184871" sldId="271"/>
            <ac:cxnSpMk id="109" creationId="{00000000-0000-0000-0000-000000000000}"/>
          </ac:cxnSpMkLst>
        </pc:cxnChg>
        <pc:cxnChg chg="mod">
          <ac:chgData name="Tiansheng Wang" userId="26352113-6e83-492f-84ac-f369dd862d7e" providerId="ADAL" clId="{72B8C417-54E2-804C-BCEF-9E650400D90A}" dt="2019-01-12T13:11:39.916" v="1219" actId="1035"/>
          <ac:cxnSpMkLst>
            <pc:docMk/>
            <pc:sldMk cId="1298184871" sldId="271"/>
            <ac:cxnSpMk id="118" creationId="{00000000-0000-0000-0000-000000000000}"/>
          </ac:cxnSpMkLst>
        </pc:cxnChg>
      </pc:sldChg>
      <pc:sldChg chg="addSp delSp modSp add del">
        <pc:chgData name="Tiansheng Wang" userId="26352113-6e83-492f-84ac-f369dd862d7e" providerId="ADAL" clId="{72B8C417-54E2-804C-BCEF-9E650400D90A}" dt="2019-01-12T12:40:52.742" v="1187" actId="1076"/>
        <pc:sldMkLst>
          <pc:docMk/>
          <pc:sldMk cId="1968658087" sldId="272"/>
        </pc:sldMkLst>
        <pc:spChg chg="mod">
          <ac:chgData name="Tiansheng Wang" userId="26352113-6e83-492f-84ac-f369dd862d7e" providerId="ADAL" clId="{72B8C417-54E2-804C-BCEF-9E650400D90A}" dt="2019-01-12T12:13:41.099" v="761" actId="1035"/>
          <ac:spMkLst>
            <pc:docMk/>
            <pc:sldMk cId="1968658087" sldId="272"/>
            <ac:spMk id="8" creationId="{00000000-0000-0000-0000-000000000000}"/>
          </ac:spMkLst>
        </pc:spChg>
        <pc:spChg chg="mod">
          <ac:chgData name="Tiansheng Wang" userId="26352113-6e83-492f-84ac-f369dd862d7e" providerId="ADAL" clId="{72B8C417-54E2-804C-BCEF-9E650400D90A}" dt="2019-01-12T12:13:41.099" v="761" actId="1035"/>
          <ac:spMkLst>
            <pc:docMk/>
            <pc:sldMk cId="1968658087" sldId="272"/>
            <ac:spMk id="24" creationId="{00000000-0000-0000-0000-000000000000}"/>
          </ac:spMkLst>
        </pc:spChg>
        <pc:spChg chg="mod">
          <ac:chgData name="Tiansheng Wang" userId="26352113-6e83-492f-84ac-f369dd862d7e" providerId="ADAL" clId="{72B8C417-54E2-804C-BCEF-9E650400D90A}" dt="2019-01-12T12:13:41.099" v="761" actId="1035"/>
          <ac:spMkLst>
            <pc:docMk/>
            <pc:sldMk cId="1968658087" sldId="272"/>
            <ac:spMk id="28" creationId="{00000000-0000-0000-0000-000000000000}"/>
          </ac:spMkLst>
        </pc:spChg>
        <pc:spChg chg="del mod">
          <ac:chgData name="Tiansheng Wang" userId="26352113-6e83-492f-84ac-f369dd862d7e" providerId="ADAL" clId="{72B8C417-54E2-804C-BCEF-9E650400D90A}" dt="2019-01-12T04:10:25.428" v="40" actId="478"/>
          <ac:spMkLst>
            <pc:docMk/>
            <pc:sldMk cId="1968658087" sldId="272"/>
            <ac:spMk id="29" creationId="{00000000-0000-0000-0000-000000000000}"/>
          </ac:spMkLst>
        </pc:spChg>
        <pc:spChg chg="del">
          <ac:chgData name="Tiansheng Wang" userId="26352113-6e83-492f-84ac-f369dd862d7e" providerId="ADAL" clId="{72B8C417-54E2-804C-BCEF-9E650400D90A}" dt="2019-01-12T11:52:39.105" v="317" actId="478"/>
          <ac:spMkLst>
            <pc:docMk/>
            <pc:sldMk cId="1968658087" sldId="272"/>
            <ac:spMk id="30" creationId="{00000000-0000-0000-0000-000000000000}"/>
          </ac:spMkLst>
        </pc:spChg>
        <pc:spChg chg="mod">
          <ac:chgData name="Tiansheng Wang" userId="26352113-6e83-492f-84ac-f369dd862d7e" providerId="ADAL" clId="{72B8C417-54E2-804C-BCEF-9E650400D90A}" dt="2019-01-12T12:13:41.099" v="761" actId="1035"/>
          <ac:spMkLst>
            <pc:docMk/>
            <pc:sldMk cId="1968658087" sldId="272"/>
            <ac:spMk id="32" creationId="{00000000-0000-0000-0000-000000000000}"/>
          </ac:spMkLst>
        </pc:spChg>
        <pc:spChg chg="del mod">
          <ac:chgData name="Tiansheng Wang" userId="26352113-6e83-492f-84ac-f369dd862d7e" providerId="ADAL" clId="{72B8C417-54E2-804C-BCEF-9E650400D90A}" dt="2019-01-12T11:52:35.697" v="315" actId="478"/>
          <ac:spMkLst>
            <pc:docMk/>
            <pc:sldMk cId="1968658087" sldId="272"/>
            <ac:spMk id="34" creationId="{00000000-0000-0000-0000-000000000000}"/>
          </ac:spMkLst>
        </pc:spChg>
        <pc:spChg chg="del">
          <ac:chgData name="Tiansheng Wang" userId="26352113-6e83-492f-84ac-f369dd862d7e" providerId="ADAL" clId="{72B8C417-54E2-804C-BCEF-9E650400D90A}" dt="2019-01-12T04:08:36.716" v="25" actId="478"/>
          <ac:spMkLst>
            <pc:docMk/>
            <pc:sldMk cId="1968658087" sldId="272"/>
            <ac:spMk id="35" creationId="{00000000-0000-0000-0000-000000000000}"/>
          </ac:spMkLst>
        </pc:spChg>
        <pc:spChg chg="add del mod">
          <ac:chgData name="Tiansheng Wang" userId="26352113-6e83-492f-84ac-f369dd862d7e" providerId="ADAL" clId="{72B8C417-54E2-804C-BCEF-9E650400D90A}" dt="2019-01-12T12:35:08.781" v="1131" actId="478"/>
          <ac:spMkLst>
            <pc:docMk/>
            <pc:sldMk cId="1968658087" sldId="272"/>
            <ac:spMk id="35" creationId="{D9B5D991-AD12-DD49-94BC-E1266179880A}"/>
          </ac:spMkLst>
        </pc:spChg>
        <pc:spChg chg="del">
          <ac:chgData name="Tiansheng Wang" userId="26352113-6e83-492f-84ac-f369dd862d7e" providerId="ADAL" clId="{72B8C417-54E2-804C-BCEF-9E650400D90A}" dt="2019-01-12T04:20:16.208" v="257" actId="478"/>
          <ac:spMkLst>
            <pc:docMk/>
            <pc:sldMk cId="1968658087" sldId="272"/>
            <ac:spMk id="36" creationId="{00000000-0000-0000-0000-000000000000}"/>
          </ac:spMkLst>
        </pc:spChg>
        <pc:spChg chg="add del mod">
          <ac:chgData name="Tiansheng Wang" userId="26352113-6e83-492f-84ac-f369dd862d7e" providerId="ADAL" clId="{72B8C417-54E2-804C-BCEF-9E650400D90A}" dt="2019-01-12T12:35:08.781" v="1131" actId="478"/>
          <ac:spMkLst>
            <pc:docMk/>
            <pc:sldMk cId="1968658087" sldId="272"/>
            <ac:spMk id="36" creationId="{C387C860-1434-2648-A387-B8B30AB96CE1}"/>
          </ac:spMkLst>
        </pc:spChg>
        <pc:spChg chg="del mod">
          <ac:chgData name="Tiansheng Wang" userId="26352113-6e83-492f-84ac-f369dd862d7e" providerId="ADAL" clId="{72B8C417-54E2-804C-BCEF-9E650400D90A}" dt="2019-01-12T11:53:09.898" v="320" actId="478"/>
          <ac:spMkLst>
            <pc:docMk/>
            <pc:sldMk cId="1968658087" sldId="272"/>
            <ac:spMk id="37" creationId="{00000000-0000-0000-0000-000000000000}"/>
          </ac:spMkLst>
        </pc:spChg>
        <pc:spChg chg="mod">
          <ac:chgData name="Tiansheng Wang" userId="26352113-6e83-492f-84ac-f369dd862d7e" providerId="ADAL" clId="{72B8C417-54E2-804C-BCEF-9E650400D90A}" dt="2019-01-12T12:34:48.536" v="1129" actId="208"/>
          <ac:spMkLst>
            <pc:docMk/>
            <pc:sldMk cId="1968658087" sldId="272"/>
            <ac:spMk id="38" creationId="{00000000-0000-0000-0000-000000000000}"/>
          </ac:spMkLst>
        </pc:spChg>
        <pc:spChg chg="del">
          <ac:chgData name="Tiansheng Wang" userId="26352113-6e83-492f-84ac-f369dd862d7e" providerId="ADAL" clId="{72B8C417-54E2-804C-BCEF-9E650400D90A}" dt="2019-01-12T04:16:35.021" v="168" actId="478"/>
          <ac:spMkLst>
            <pc:docMk/>
            <pc:sldMk cId="1968658087" sldId="272"/>
            <ac:spMk id="39" creationId="{00000000-0000-0000-0000-000000000000}"/>
          </ac:spMkLst>
        </pc:spChg>
        <pc:spChg chg="del mod">
          <ac:chgData name="Tiansheng Wang" userId="26352113-6e83-492f-84ac-f369dd862d7e" providerId="ADAL" clId="{72B8C417-54E2-804C-BCEF-9E650400D90A}" dt="2019-01-12T12:14:20.832" v="764" actId="478"/>
          <ac:spMkLst>
            <pc:docMk/>
            <pc:sldMk cId="1968658087" sldId="272"/>
            <ac:spMk id="40" creationId="{00000000-0000-0000-0000-000000000000}"/>
          </ac:spMkLst>
        </pc:spChg>
        <pc:spChg chg="del">
          <ac:chgData name="Tiansheng Wang" userId="26352113-6e83-492f-84ac-f369dd862d7e" providerId="ADAL" clId="{72B8C417-54E2-804C-BCEF-9E650400D90A}" dt="2019-01-12T04:22:57.440" v="276" actId="478"/>
          <ac:spMkLst>
            <pc:docMk/>
            <pc:sldMk cId="1968658087" sldId="272"/>
            <ac:spMk id="41" creationId="{00000000-0000-0000-0000-000000000000}"/>
          </ac:spMkLst>
        </pc:spChg>
        <pc:spChg chg="add mod">
          <ac:chgData name="Tiansheng Wang" userId="26352113-6e83-492f-84ac-f369dd862d7e" providerId="ADAL" clId="{72B8C417-54E2-804C-BCEF-9E650400D90A}" dt="2019-01-12T12:13:41.099" v="761" actId="1035"/>
          <ac:spMkLst>
            <pc:docMk/>
            <pc:sldMk cId="1968658087" sldId="272"/>
            <ac:spMk id="41" creationId="{1ABC5922-EB5C-794E-8BAD-9C8924FAF4F9}"/>
          </ac:spMkLst>
        </pc:spChg>
        <pc:spChg chg="del">
          <ac:chgData name="Tiansheng Wang" userId="26352113-6e83-492f-84ac-f369dd862d7e" providerId="ADAL" clId="{72B8C417-54E2-804C-BCEF-9E650400D90A}" dt="2019-01-12T04:08:42.430" v="26" actId="478"/>
          <ac:spMkLst>
            <pc:docMk/>
            <pc:sldMk cId="1968658087" sldId="272"/>
            <ac:spMk id="42" creationId="{00000000-0000-0000-0000-000000000000}"/>
          </ac:spMkLst>
        </pc:spChg>
        <pc:spChg chg="add mod">
          <ac:chgData name="Tiansheng Wang" userId="26352113-6e83-492f-84ac-f369dd862d7e" providerId="ADAL" clId="{72B8C417-54E2-804C-BCEF-9E650400D90A}" dt="2019-01-12T12:13:41.099" v="761" actId="1035"/>
          <ac:spMkLst>
            <pc:docMk/>
            <pc:sldMk cId="1968658087" sldId="272"/>
            <ac:spMk id="42" creationId="{B5C42AD5-A926-B647-A01F-BBDEDAA84617}"/>
          </ac:spMkLst>
        </pc:spChg>
        <pc:spChg chg="del">
          <ac:chgData name="Tiansheng Wang" userId="26352113-6e83-492f-84ac-f369dd862d7e" providerId="ADAL" clId="{72B8C417-54E2-804C-BCEF-9E650400D90A}" dt="2019-01-12T04:08:44.960" v="27" actId="478"/>
          <ac:spMkLst>
            <pc:docMk/>
            <pc:sldMk cId="1968658087" sldId="272"/>
            <ac:spMk id="43" creationId="{00000000-0000-0000-0000-000000000000}"/>
          </ac:spMkLst>
        </pc:spChg>
        <pc:spChg chg="del mod">
          <ac:chgData name="Tiansheng Wang" userId="26352113-6e83-492f-84ac-f369dd862d7e" providerId="ADAL" clId="{72B8C417-54E2-804C-BCEF-9E650400D90A}" dt="2019-01-12T11:53:12.666" v="322" actId="478"/>
          <ac:spMkLst>
            <pc:docMk/>
            <pc:sldMk cId="1968658087" sldId="272"/>
            <ac:spMk id="44" creationId="{00000000-0000-0000-0000-000000000000}"/>
          </ac:spMkLst>
        </pc:spChg>
        <pc:spChg chg="del">
          <ac:chgData name="Tiansheng Wang" userId="26352113-6e83-492f-84ac-f369dd862d7e" providerId="ADAL" clId="{72B8C417-54E2-804C-BCEF-9E650400D90A}" dt="2019-01-12T04:16:40.072" v="169" actId="478"/>
          <ac:spMkLst>
            <pc:docMk/>
            <pc:sldMk cId="1968658087" sldId="272"/>
            <ac:spMk id="46" creationId="{00000000-0000-0000-0000-000000000000}"/>
          </ac:spMkLst>
        </pc:spChg>
        <pc:spChg chg="add mod">
          <ac:chgData name="Tiansheng Wang" userId="26352113-6e83-492f-84ac-f369dd862d7e" providerId="ADAL" clId="{72B8C417-54E2-804C-BCEF-9E650400D90A}" dt="2019-01-12T12:13:41.099" v="761" actId="1035"/>
          <ac:spMkLst>
            <pc:docMk/>
            <pc:sldMk cId="1968658087" sldId="272"/>
            <ac:spMk id="47" creationId="{92B763E4-21E4-9C44-87B2-D19EB3594C93}"/>
          </ac:spMkLst>
        </pc:spChg>
        <pc:spChg chg="add del mod">
          <ac:chgData name="Tiansheng Wang" userId="26352113-6e83-492f-84ac-f369dd862d7e" providerId="ADAL" clId="{72B8C417-54E2-804C-BCEF-9E650400D90A}" dt="2019-01-12T04:11:53.734" v="54" actId="478"/>
          <ac:spMkLst>
            <pc:docMk/>
            <pc:sldMk cId="1968658087" sldId="272"/>
            <ac:spMk id="49" creationId="{1E5CD11C-0D31-1C46-9E64-392BD809BC2B}"/>
          </ac:spMkLst>
        </pc:spChg>
        <pc:spChg chg="add del">
          <ac:chgData name="Tiansheng Wang" userId="26352113-6e83-492f-84ac-f369dd862d7e" providerId="ADAL" clId="{72B8C417-54E2-804C-BCEF-9E650400D90A}" dt="2019-01-12T12:06:36.559" v="639"/>
          <ac:spMkLst>
            <pc:docMk/>
            <pc:sldMk cId="1968658087" sldId="272"/>
            <ac:spMk id="49" creationId="{9C48742A-0321-9C46-8B90-ED1B5E7669B8}"/>
          </ac:spMkLst>
        </pc:spChg>
        <pc:spChg chg="add del mod">
          <ac:chgData name="Tiansheng Wang" userId="26352113-6e83-492f-84ac-f369dd862d7e" providerId="ADAL" clId="{72B8C417-54E2-804C-BCEF-9E650400D90A}" dt="2019-01-12T11:57:24.814" v="361" actId="478"/>
          <ac:spMkLst>
            <pc:docMk/>
            <pc:sldMk cId="1968658087" sldId="272"/>
            <ac:spMk id="50" creationId="{D92B26BE-BFBB-0D4F-A3B0-EB884981CA3B}"/>
          </ac:spMkLst>
        </pc:spChg>
        <pc:spChg chg="add mod">
          <ac:chgData name="Tiansheng Wang" userId="26352113-6e83-492f-84ac-f369dd862d7e" providerId="ADAL" clId="{72B8C417-54E2-804C-BCEF-9E650400D90A}" dt="2019-01-12T12:13:41.099" v="761" actId="1035"/>
          <ac:spMkLst>
            <pc:docMk/>
            <pc:sldMk cId="1968658087" sldId="272"/>
            <ac:spMk id="51" creationId="{274C373A-43EB-C645-AE26-7E6A8917FDD9}"/>
          </ac:spMkLst>
        </pc:spChg>
        <pc:spChg chg="add mod">
          <ac:chgData name="Tiansheng Wang" userId="26352113-6e83-492f-84ac-f369dd862d7e" providerId="ADAL" clId="{72B8C417-54E2-804C-BCEF-9E650400D90A}" dt="2019-01-12T12:13:41.099" v="761" actId="1035"/>
          <ac:spMkLst>
            <pc:docMk/>
            <pc:sldMk cId="1968658087" sldId="272"/>
            <ac:spMk id="52" creationId="{B635B924-9079-6F43-B7C8-CF556F53884D}"/>
          </ac:spMkLst>
        </pc:spChg>
        <pc:spChg chg="add mod">
          <ac:chgData name="Tiansheng Wang" userId="26352113-6e83-492f-84ac-f369dd862d7e" providerId="ADAL" clId="{72B8C417-54E2-804C-BCEF-9E650400D90A}" dt="2019-01-12T12:13:41.099" v="761" actId="1035"/>
          <ac:spMkLst>
            <pc:docMk/>
            <pc:sldMk cId="1968658087" sldId="272"/>
            <ac:spMk id="54" creationId="{6B75B486-80B3-9843-9F15-665F88751694}"/>
          </ac:spMkLst>
        </pc:spChg>
        <pc:spChg chg="add del">
          <ac:chgData name="Tiansheng Wang" userId="26352113-6e83-492f-84ac-f369dd862d7e" providerId="ADAL" clId="{72B8C417-54E2-804C-BCEF-9E650400D90A}" dt="2019-01-12T04:13:43.281" v="77" actId="478"/>
          <ac:spMkLst>
            <pc:docMk/>
            <pc:sldMk cId="1968658087" sldId="272"/>
            <ac:spMk id="55" creationId="{D56AB80A-C1EA-A54D-AB94-A4FDC6FEFB3D}"/>
          </ac:spMkLst>
        </pc:spChg>
        <pc:spChg chg="del mod">
          <ac:chgData name="Tiansheng Wang" userId="26352113-6e83-492f-84ac-f369dd862d7e" providerId="ADAL" clId="{72B8C417-54E2-804C-BCEF-9E650400D90A}" dt="2019-01-12T12:04:12.063" v="574" actId="478"/>
          <ac:spMkLst>
            <pc:docMk/>
            <pc:sldMk cId="1968658087" sldId="272"/>
            <ac:spMk id="56" creationId="{00000000-0000-0000-0000-000000000000}"/>
          </ac:spMkLst>
        </pc:spChg>
        <pc:spChg chg="add mod">
          <ac:chgData name="Tiansheng Wang" userId="26352113-6e83-492f-84ac-f369dd862d7e" providerId="ADAL" clId="{72B8C417-54E2-804C-BCEF-9E650400D90A}" dt="2019-01-12T12:34:49.054" v="1130" actId="208"/>
          <ac:spMkLst>
            <pc:docMk/>
            <pc:sldMk cId="1968658087" sldId="272"/>
            <ac:spMk id="57" creationId="{CFBD9B86-19F2-8A44-85F0-FDB733498090}"/>
          </ac:spMkLst>
        </pc:spChg>
        <pc:spChg chg="add mod">
          <ac:chgData name="Tiansheng Wang" userId="26352113-6e83-492f-84ac-f369dd862d7e" providerId="ADAL" clId="{72B8C417-54E2-804C-BCEF-9E650400D90A}" dt="2019-01-12T12:13:41.099" v="761" actId="1035"/>
          <ac:spMkLst>
            <pc:docMk/>
            <pc:sldMk cId="1968658087" sldId="272"/>
            <ac:spMk id="60" creationId="{5CC5FB2E-1C89-8B47-BBA9-79ABA6895839}"/>
          </ac:spMkLst>
        </pc:spChg>
        <pc:spChg chg="add del mod">
          <ac:chgData name="Tiansheng Wang" userId="26352113-6e83-492f-84ac-f369dd862d7e" providerId="ADAL" clId="{72B8C417-54E2-804C-BCEF-9E650400D90A}" dt="2019-01-12T04:19:59.253" v="255" actId="478"/>
          <ac:spMkLst>
            <pc:docMk/>
            <pc:sldMk cId="1968658087" sldId="272"/>
            <ac:spMk id="61" creationId="{CEDD477E-1C19-FF49-A8C8-244C34F0EF61}"/>
          </ac:spMkLst>
        </pc:spChg>
        <pc:spChg chg="add mod">
          <ac:chgData name="Tiansheng Wang" userId="26352113-6e83-492f-84ac-f369dd862d7e" providerId="ADAL" clId="{72B8C417-54E2-804C-BCEF-9E650400D90A}" dt="2019-01-12T12:34:47.469" v="1128" actId="208"/>
          <ac:spMkLst>
            <pc:docMk/>
            <pc:sldMk cId="1968658087" sldId="272"/>
            <ac:spMk id="62" creationId="{682FACE4-9491-1F45-B97F-42E0AC63DF43}"/>
          </ac:spMkLst>
        </pc:spChg>
        <pc:spChg chg="add del">
          <ac:chgData name="Tiansheng Wang" userId="26352113-6e83-492f-84ac-f369dd862d7e" providerId="ADAL" clId="{72B8C417-54E2-804C-BCEF-9E650400D90A}" dt="2019-01-12T12:06:36.559" v="639"/>
          <ac:spMkLst>
            <pc:docMk/>
            <pc:sldMk cId="1968658087" sldId="272"/>
            <ac:spMk id="63" creationId="{7E68236E-3B46-EB4D-A911-21AEB59AFF33}"/>
          </ac:spMkLst>
        </pc:spChg>
        <pc:spChg chg="add del">
          <ac:chgData name="Tiansheng Wang" userId="26352113-6e83-492f-84ac-f369dd862d7e" providerId="ADAL" clId="{72B8C417-54E2-804C-BCEF-9E650400D90A}" dt="2019-01-12T12:06:36.559" v="639"/>
          <ac:spMkLst>
            <pc:docMk/>
            <pc:sldMk cId="1968658087" sldId="272"/>
            <ac:spMk id="65" creationId="{EF43E260-484D-F04F-825F-7247F6AA8E50}"/>
          </ac:spMkLst>
        </pc:spChg>
        <pc:spChg chg="add del">
          <ac:chgData name="Tiansheng Wang" userId="26352113-6e83-492f-84ac-f369dd862d7e" providerId="ADAL" clId="{72B8C417-54E2-804C-BCEF-9E650400D90A}" dt="2019-01-12T12:06:36.559" v="639"/>
          <ac:spMkLst>
            <pc:docMk/>
            <pc:sldMk cId="1968658087" sldId="272"/>
            <ac:spMk id="66" creationId="{913077EF-53B9-DC43-981F-5425AD350BFA}"/>
          </ac:spMkLst>
        </pc:spChg>
        <pc:spChg chg="add del">
          <ac:chgData name="Tiansheng Wang" userId="26352113-6e83-492f-84ac-f369dd862d7e" providerId="ADAL" clId="{72B8C417-54E2-804C-BCEF-9E650400D90A}" dt="2019-01-12T12:06:36.559" v="639"/>
          <ac:spMkLst>
            <pc:docMk/>
            <pc:sldMk cId="1968658087" sldId="272"/>
            <ac:spMk id="67" creationId="{A29177FF-0F86-FC4E-A0C8-3AEA6A01B9DD}"/>
          </ac:spMkLst>
        </pc:spChg>
        <pc:spChg chg="add del">
          <ac:chgData name="Tiansheng Wang" userId="26352113-6e83-492f-84ac-f369dd862d7e" providerId="ADAL" clId="{72B8C417-54E2-804C-BCEF-9E650400D90A}" dt="2019-01-12T12:06:36.559" v="639"/>
          <ac:spMkLst>
            <pc:docMk/>
            <pc:sldMk cId="1968658087" sldId="272"/>
            <ac:spMk id="68" creationId="{C965AB03-924D-F148-AC2A-0B45953C73DC}"/>
          </ac:spMkLst>
        </pc:spChg>
        <pc:spChg chg="add del">
          <ac:chgData name="Tiansheng Wang" userId="26352113-6e83-492f-84ac-f369dd862d7e" providerId="ADAL" clId="{72B8C417-54E2-804C-BCEF-9E650400D90A}" dt="2019-01-12T12:06:36.559" v="639"/>
          <ac:spMkLst>
            <pc:docMk/>
            <pc:sldMk cId="1968658087" sldId="272"/>
            <ac:spMk id="69" creationId="{5F6C78DA-74D2-C642-A69E-9310724FC7F9}"/>
          </ac:spMkLst>
        </pc:spChg>
        <pc:spChg chg="add del">
          <ac:chgData name="Tiansheng Wang" userId="26352113-6e83-492f-84ac-f369dd862d7e" providerId="ADAL" clId="{72B8C417-54E2-804C-BCEF-9E650400D90A}" dt="2019-01-12T12:06:36.559" v="639"/>
          <ac:spMkLst>
            <pc:docMk/>
            <pc:sldMk cId="1968658087" sldId="272"/>
            <ac:spMk id="70" creationId="{D2BE4B0C-141F-6D47-8941-F9CC713B9C9D}"/>
          </ac:spMkLst>
        </pc:spChg>
        <pc:spChg chg="add del">
          <ac:chgData name="Tiansheng Wang" userId="26352113-6e83-492f-84ac-f369dd862d7e" providerId="ADAL" clId="{72B8C417-54E2-804C-BCEF-9E650400D90A}" dt="2019-01-12T12:06:36.559" v="639"/>
          <ac:spMkLst>
            <pc:docMk/>
            <pc:sldMk cId="1968658087" sldId="272"/>
            <ac:spMk id="72" creationId="{DAF631CC-DAE8-7940-A404-0CBF865BC263}"/>
          </ac:spMkLst>
        </pc:spChg>
        <pc:spChg chg="add del">
          <ac:chgData name="Tiansheng Wang" userId="26352113-6e83-492f-84ac-f369dd862d7e" providerId="ADAL" clId="{72B8C417-54E2-804C-BCEF-9E650400D90A}" dt="2019-01-12T12:06:36.559" v="639"/>
          <ac:spMkLst>
            <pc:docMk/>
            <pc:sldMk cId="1968658087" sldId="272"/>
            <ac:spMk id="73" creationId="{9BE47561-DB99-E944-B993-A95B663DD710}"/>
          </ac:spMkLst>
        </pc:spChg>
        <pc:spChg chg="add del">
          <ac:chgData name="Tiansheng Wang" userId="26352113-6e83-492f-84ac-f369dd862d7e" providerId="ADAL" clId="{72B8C417-54E2-804C-BCEF-9E650400D90A}" dt="2019-01-12T12:06:36.559" v="639"/>
          <ac:spMkLst>
            <pc:docMk/>
            <pc:sldMk cId="1968658087" sldId="272"/>
            <ac:spMk id="74" creationId="{E7B0F8F5-6669-FE41-9C02-2CF5AEF15B7C}"/>
          </ac:spMkLst>
        </pc:spChg>
        <pc:spChg chg="add del">
          <ac:chgData name="Tiansheng Wang" userId="26352113-6e83-492f-84ac-f369dd862d7e" providerId="ADAL" clId="{72B8C417-54E2-804C-BCEF-9E650400D90A}" dt="2019-01-12T12:06:36.559" v="639"/>
          <ac:spMkLst>
            <pc:docMk/>
            <pc:sldMk cId="1968658087" sldId="272"/>
            <ac:spMk id="75" creationId="{62973996-B1C5-DE4B-8D84-3A5032633801}"/>
          </ac:spMkLst>
        </pc:spChg>
        <pc:spChg chg="add del">
          <ac:chgData name="Tiansheng Wang" userId="26352113-6e83-492f-84ac-f369dd862d7e" providerId="ADAL" clId="{72B8C417-54E2-804C-BCEF-9E650400D90A}" dt="2019-01-12T12:06:36.559" v="639"/>
          <ac:spMkLst>
            <pc:docMk/>
            <pc:sldMk cId="1968658087" sldId="272"/>
            <ac:spMk id="76" creationId="{2A96088B-21F6-1C44-9331-06B090911E03}"/>
          </ac:spMkLst>
        </pc:spChg>
        <pc:spChg chg="add del">
          <ac:chgData name="Tiansheng Wang" userId="26352113-6e83-492f-84ac-f369dd862d7e" providerId="ADAL" clId="{72B8C417-54E2-804C-BCEF-9E650400D90A}" dt="2019-01-12T12:06:36.559" v="639"/>
          <ac:spMkLst>
            <pc:docMk/>
            <pc:sldMk cId="1968658087" sldId="272"/>
            <ac:spMk id="77" creationId="{A257BB95-97FA-2848-8C3E-11604934FD11}"/>
          </ac:spMkLst>
        </pc:spChg>
        <pc:spChg chg="add del">
          <ac:chgData name="Tiansheng Wang" userId="26352113-6e83-492f-84ac-f369dd862d7e" providerId="ADAL" clId="{72B8C417-54E2-804C-BCEF-9E650400D90A}" dt="2019-01-12T12:06:36.559" v="639"/>
          <ac:spMkLst>
            <pc:docMk/>
            <pc:sldMk cId="1968658087" sldId="272"/>
            <ac:spMk id="79" creationId="{6BD72869-8390-D142-B2AC-5AC7F21DE91B}"/>
          </ac:spMkLst>
        </pc:spChg>
        <pc:spChg chg="add del">
          <ac:chgData name="Tiansheng Wang" userId="26352113-6e83-492f-84ac-f369dd862d7e" providerId="ADAL" clId="{72B8C417-54E2-804C-BCEF-9E650400D90A}" dt="2019-01-12T12:06:36.559" v="639"/>
          <ac:spMkLst>
            <pc:docMk/>
            <pc:sldMk cId="1968658087" sldId="272"/>
            <ac:spMk id="80" creationId="{C4B68E4E-D13B-204C-BC41-4961369DB123}"/>
          </ac:spMkLst>
        </pc:spChg>
        <pc:spChg chg="add del mod">
          <ac:chgData name="Tiansheng Wang" userId="26352113-6e83-492f-84ac-f369dd862d7e" providerId="ADAL" clId="{72B8C417-54E2-804C-BCEF-9E650400D90A}" dt="2019-01-12T12:15:19.167" v="789" actId="478"/>
          <ac:spMkLst>
            <pc:docMk/>
            <pc:sldMk cId="1968658087" sldId="272"/>
            <ac:spMk id="82" creationId="{B5D61CD5-9C05-6C49-A1A0-676A0CC7522A}"/>
          </ac:spMkLst>
        </pc:spChg>
        <pc:spChg chg="add del mod">
          <ac:chgData name="Tiansheng Wang" userId="26352113-6e83-492f-84ac-f369dd862d7e" providerId="ADAL" clId="{72B8C417-54E2-804C-BCEF-9E650400D90A}" dt="2019-01-12T12:15:19.167" v="789" actId="478"/>
          <ac:spMkLst>
            <pc:docMk/>
            <pc:sldMk cId="1968658087" sldId="272"/>
            <ac:spMk id="85" creationId="{9428A65D-A769-7640-9D8A-FF106EAFDDB1}"/>
          </ac:spMkLst>
        </pc:spChg>
        <pc:spChg chg="add del mod">
          <ac:chgData name="Tiansheng Wang" userId="26352113-6e83-492f-84ac-f369dd862d7e" providerId="ADAL" clId="{72B8C417-54E2-804C-BCEF-9E650400D90A}" dt="2019-01-12T12:15:19.167" v="789" actId="478"/>
          <ac:spMkLst>
            <pc:docMk/>
            <pc:sldMk cId="1968658087" sldId="272"/>
            <ac:spMk id="86" creationId="{37C645C8-8C27-224C-A87D-BF82674BAB0D}"/>
          </ac:spMkLst>
        </pc:spChg>
        <pc:spChg chg="add del mod">
          <ac:chgData name="Tiansheng Wang" userId="26352113-6e83-492f-84ac-f369dd862d7e" providerId="ADAL" clId="{72B8C417-54E2-804C-BCEF-9E650400D90A}" dt="2019-01-12T12:15:19.167" v="789" actId="478"/>
          <ac:spMkLst>
            <pc:docMk/>
            <pc:sldMk cId="1968658087" sldId="272"/>
            <ac:spMk id="87" creationId="{4B8A63D6-50C2-D94F-BACD-2ADD70ED129A}"/>
          </ac:spMkLst>
        </pc:spChg>
        <pc:spChg chg="add del mod">
          <ac:chgData name="Tiansheng Wang" userId="26352113-6e83-492f-84ac-f369dd862d7e" providerId="ADAL" clId="{72B8C417-54E2-804C-BCEF-9E650400D90A}" dt="2019-01-12T12:15:19.167" v="789" actId="478"/>
          <ac:spMkLst>
            <pc:docMk/>
            <pc:sldMk cId="1968658087" sldId="272"/>
            <ac:spMk id="88" creationId="{8EB2D1D4-9525-5040-B58E-7044FC9CBA59}"/>
          </ac:spMkLst>
        </pc:spChg>
        <pc:spChg chg="add del mod">
          <ac:chgData name="Tiansheng Wang" userId="26352113-6e83-492f-84ac-f369dd862d7e" providerId="ADAL" clId="{72B8C417-54E2-804C-BCEF-9E650400D90A}" dt="2019-01-12T12:07:30.984" v="646" actId="478"/>
          <ac:spMkLst>
            <pc:docMk/>
            <pc:sldMk cId="1968658087" sldId="272"/>
            <ac:spMk id="89" creationId="{C73ED43D-1E68-384C-9BF3-78409703FDFB}"/>
          </ac:spMkLst>
        </pc:spChg>
        <pc:spChg chg="add del mod">
          <ac:chgData name="Tiansheng Wang" userId="26352113-6e83-492f-84ac-f369dd862d7e" providerId="ADAL" clId="{72B8C417-54E2-804C-BCEF-9E650400D90A}" dt="2019-01-12T12:15:19.167" v="789" actId="478"/>
          <ac:spMkLst>
            <pc:docMk/>
            <pc:sldMk cId="1968658087" sldId="272"/>
            <ac:spMk id="90" creationId="{850EFFD5-3884-3044-B14A-7A28CE586B6F}"/>
          </ac:spMkLst>
        </pc:spChg>
        <pc:spChg chg="add del mod">
          <ac:chgData name="Tiansheng Wang" userId="26352113-6e83-492f-84ac-f369dd862d7e" providerId="ADAL" clId="{72B8C417-54E2-804C-BCEF-9E650400D90A}" dt="2019-01-12T12:15:19.167" v="789" actId="478"/>
          <ac:spMkLst>
            <pc:docMk/>
            <pc:sldMk cId="1968658087" sldId="272"/>
            <ac:spMk id="91" creationId="{381E3252-4680-FD44-B5BD-FD956C2369F4}"/>
          </ac:spMkLst>
        </pc:spChg>
        <pc:spChg chg="add del mod">
          <ac:chgData name="Tiansheng Wang" userId="26352113-6e83-492f-84ac-f369dd862d7e" providerId="ADAL" clId="{72B8C417-54E2-804C-BCEF-9E650400D90A}" dt="2019-01-12T12:15:19.167" v="789" actId="478"/>
          <ac:spMkLst>
            <pc:docMk/>
            <pc:sldMk cId="1968658087" sldId="272"/>
            <ac:spMk id="93" creationId="{D4B2DA15-D7A3-284A-9C99-8BD1FB69DB1D}"/>
          </ac:spMkLst>
        </pc:spChg>
        <pc:spChg chg="add del mod">
          <ac:chgData name="Tiansheng Wang" userId="26352113-6e83-492f-84ac-f369dd862d7e" providerId="ADAL" clId="{72B8C417-54E2-804C-BCEF-9E650400D90A}" dt="2019-01-12T12:15:19.167" v="789" actId="478"/>
          <ac:spMkLst>
            <pc:docMk/>
            <pc:sldMk cId="1968658087" sldId="272"/>
            <ac:spMk id="94" creationId="{757282B8-D209-3345-BA4D-1818D3CA65C3}"/>
          </ac:spMkLst>
        </pc:spChg>
        <pc:spChg chg="add del mod">
          <ac:chgData name="Tiansheng Wang" userId="26352113-6e83-492f-84ac-f369dd862d7e" providerId="ADAL" clId="{72B8C417-54E2-804C-BCEF-9E650400D90A}" dt="2019-01-12T12:15:19.167" v="789" actId="478"/>
          <ac:spMkLst>
            <pc:docMk/>
            <pc:sldMk cId="1968658087" sldId="272"/>
            <ac:spMk id="95" creationId="{86C32595-0497-3843-8A3E-66C02DB32F60}"/>
          </ac:spMkLst>
        </pc:spChg>
        <pc:spChg chg="add del mod">
          <ac:chgData name="Tiansheng Wang" userId="26352113-6e83-492f-84ac-f369dd862d7e" providerId="ADAL" clId="{72B8C417-54E2-804C-BCEF-9E650400D90A}" dt="2019-01-12T12:15:19.167" v="789" actId="478"/>
          <ac:spMkLst>
            <pc:docMk/>
            <pc:sldMk cId="1968658087" sldId="272"/>
            <ac:spMk id="96" creationId="{1259E084-0C5A-2949-A217-97350174538D}"/>
          </ac:spMkLst>
        </pc:spChg>
        <pc:spChg chg="add del mod">
          <ac:chgData name="Tiansheng Wang" userId="26352113-6e83-492f-84ac-f369dd862d7e" providerId="ADAL" clId="{72B8C417-54E2-804C-BCEF-9E650400D90A}" dt="2019-01-12T12:15:19.167" v="789" actId="478"/>
          <ac:spMkLst>
            <pc:docMk/>
            <pc:sldMk cId="1968658087" sldId="272"/>
            <ac:spMk id="97" creationId="{4B9A7195-A543-9D45-BE60-24769E60DF0D}"/>
          </ac:spMkLst>
        </pc:spChg>
        <pc:spChg chg="add del mod">
          <ac:chgData name="Tiansheng Wang" userId="26352113-6e83-492f-84ac-f369dd862d7e" providerId="ADAL" clId="{72B8C417-54E2-804C-BCEF-9E650400D90A}" dt="2019-01-12T12:15:19.167" v="789" actId="478"/>
          <ac:spMkLst>
            <pc:docMk/>
            <pc:sldMk cId="1968658087" sldId="272"/>
            <ac:spMk id="98" creationId="{4C82B980-7D75-4E4F-B8E2-925CFAAF5535}"/>
          </ac:spMkLst>
        </pc:spChg>
        <pc:spChg chg="add del mod">
          <ac:chgData name="Tiansheng Wang" userId="26352113-6e83-492f-84ac-f369dd862d7e" providerId="ADAL" clId="{72B8C417-54E2-804C-BCEF-9E650400D90A}" dt="2019-01-12T12:08:04.432" v="681" actId="478"/>
          <ac:spMkLst>
            <pc:docMk/>
            <pc:sldMk cId="1968658087" sldId="272"/>
            <ac:spMk id="100" creationId="{140A7838-C880-8947-8BDC-5BAA7EDB653D}"/>
          </ac:spMkLst>
        </pc:spChg>
        <pc:spChg chg="add del mod">
          <ac:chgData name="Tiansheng Wang" userId="26352113-6e83-492f-84ac-f369dd862d7e" providerId="ADAL" clId="{72B8C417-54E2-804C-BCEF-9E650400D90A}" dt="2019-01-12T12:15:19.167" v="789" actId="478"/>
          <ac:spMkLst>
            <pc:docMk/>
            <pc:sldMk cId="1968658087" sldId="272"/>
            <ac:spMk id="101" creationId="{AE3F14E4-189A-CA41-95DE-63C5E428A0AA}"/>
          </ac:spMkLst>
        </pc:spChg>
        <pc:spChg chg="add del mod">
          <ac:chgData name="Tiansheng Wang" userId="26352113-6e83-492f-84ac-f369dd862d7e" providerId="ADAL" clId="{72B8C417-54E2-804C-BCEF-9E650400D90A}" dt="2019-01-12T12:15:19.167" v="789" actId="478"/>
          <ac:spMkLst>
            <pc:docMk/>
            <pc:sldMk cId="1968658087" sldId="272"/>
            <ac:spMk id="102" creationId="{6CEEFAD8-F262-FF42-9E7C-118449C603B9}"/>
          </ac:spMkLst>
        </pc:spChg>
        <pc:spChg chg="add del mod">
          <ac:chgData name="Tiansheng Wang" userId="26352113-6e83-492f-84ac-f369dd862d7e" providerId="ADAL" clId="{72B8C417-54E2-804C-BCEF-9E650400D90A}" dt="2019-01-12T12:08:35.326" v="687" actId="478"/>
          <ac:spMkLst>
            <pc:docMk/>
            <pc:sldMk cId="1968658087" sldId="272"/>
            <ac:spMk id="103" creationId="{9FD86E4A-D7BF-2248-A0FE-91FF08CD3290}"/>
          </ac:spMkLst>
        </pc:spChg>
        <pc:spChg chg="add del mod">
          <ac:chgData name="Tiansheng Wang" userId="26352113-6e83-492f-84ac-f369dd862d7e" providerId="ADAL" clId="{72B8C417-54E2-804C-BCEF-9E650400D90A}" dt="2019-01-12T12:12:41.872" v="741" actId="478"/>
          <ac:spMkLst>
            <pc:docMk/>
            <pc:sldMk cId="1968658087" sldId="272"/>
            <ac:spMk id="104" creationId="{30971CD8-8C86-A045-BA52-7244D225188C}"/>
          </ac:spMkLst>
        </pc:spChg>
        <pc:spChg chg="add del mod">
          <ac:chgData name="Tiansheng Wang" userId="26352113-6e83-492f-84ac-f369dd862d7e" providerId="ADAL" clId="{72B8C417-54E2-804C-BCEF-9E650400D90A}" dt="2019-01-12T12:10:28.144" v="719"/>
          <ac:spMkLst>
            <pc:docMk/>
            <pc:sldMk cId="1968658087" sldId="272"/>
            <ac:spMk id="105" creationId="{F7F1FDF2-3ACF-904A-BCBA-2DC2DE4526EB}"/>
          </ac:spMkLst>
        </pc:spChg>
        <pc:spChg chg="add del mod">
          <ac:chgData name="Tiansheng Wang" userId="26352113-6e83-492f-84ac-f369dd862d7e" providerId="ADAL" clId="{72B8C417-54E2-804C-BCEF-9E650400D90A}" dt="2019-01-12T12:14:50.590" v="783" actId="478"/>
          <ac:spMkLst>
            <pc:docMk/>
            <pc:sldMk cId="1968658087" sldId="272"/>
            <ac:spMk id="107" creationId="{7B06F227-1BA3-E447-8037-F423EC30A0BF}"/>
          </ac:spMkLst>
        </pc:spChg>
        <pc:spChg chg="add del mod">
          <ac:chgData name="Tiansheng Wang" userId="26352113-6e83-492f-84ac-f369dd862d7e" providerId="ADAL" clId="{72B8C417-54E2-804C-BCEF-9E650400D90A}" dt="2019-01-12T12:14:50.590" v="783" actId="478"/>
          <ac:spMkLst>
            <pc:docMk/>
            <pc:sldMk cId="1968658087" sldId="272"/>
            <ac:spMk id="110" creationId="{A6632AF1-ED07-0B4D-B209-357F2B301E3E}"/>
          </ac:spMkLst>
        </pc:spChg>
        <pc:spChg chg="add del mod">
          <ac:chgData name="Tiansheng Wang" userId="26352113-6e83-492f-84ac-f369dd862d7e" providerId="ADAL" clId="{72B8C417-54E2-804C-BCEF-9E650400D90A}" dt="2019-01-12T12:14:50.590" v="783" actId="478"/>
          <ac:spMkLst>
            <pc:docMk/>
            <pc:sldMk cId="1968658087" sldId="272"/>
            <ac:spMk id="111" creationId="{7892CD50-CC2E-9E4C-A4A2-153AE33E2420}"/>
          </ac:spMkLst>
        </pc:spChg>
        <pc:spChg chg="add del mod">
          <ac:chgData name="Tiansheng Wang" userId="26352113-6e83-492f-84ac-f369dd862d7e" providerId="ADAL" clId="{72B8C417-54E2-804C-BCEF-9E650400D90A}" dt="2019-01-12T12:14:50.590" v="783" actId="478"/>
          <ac:spMkLst>
            <pc:docMk/>
            <pc:sldMk cId="1968658087" sldId="272"/>
            <ac:spMk id="112" creationId="{FD88937E-798E-D842-A57D-C937D24E2BFA}"/>
          </ac:spMkLst>
        </pc:spChg>
        <pc:spChg chg="add del mod">
          <ac:chgData name="Tiansheng Wang" userId="26352113-6e83-492f-84ac-f369dd862d7e" providerId="ADAL" clId="{72B8C417-54E2-804C-BCEF-9E650400D90A}" dt="2019-01-12T12:14:50.590" v="783" actId="478"/>
          <ac:spMkLst>
            <pc:docMk/>
            <pc:sldMk cId="1968658087" sldId="272"/>
            <ac:spMk id="113" creationId="{BBA754DA-50C6-B34D-8706-58EC7D236111}"/>
          </ac:spMkLst>
        </pc:spChg>
        <pc:spChg chg="add del mod">
          <ac:chgData name="Tiansheng Wang" userId="26352113-6e83-492f-84ac-f369dd862d7e" providerId="ADAL" clId="{72B8C417-54E2-804C-BCEF-9E650400D90A}" dt="2019-01-12T12:14:50.590" v="783" actId="478"/>
          <ac:spMkLst>
            <pc:docMk/>
            <pc:sldMk cId="1968658087" sldId="272"/>
            <ac:spMk id="114" creationId="{5C4C52E7-698F-F548-A7EB-6C8B659011F5}"/>
          </ac:spMkLst>
        </pc:spChg>
        <pc:spChg chg="add del mod">
          <ac:chgData name="Tiansheng Wang" userId="26352113-6e83-492f-84ac-f369dd862d7e" providerId="ADAL" clId="{72B8C417-54E2-804C-BCEF-9E650400D90A}" dt="2019-01-12T12:14:50.590" v="783" actId="478"/>
          <ac:spMkLst>
            <pc:docMk/>
            <pc:sldMk cId="1968658087" sldId="272"/>
            <ac:spMk id="115" creationId="{760DF222-9C5F-B645-957C-E90D8D9C848D}"/>
          </ac:spMkLst>
        </pc:spChg>
        <pc:spChg chg="add del mod">
          <ac:chgData name="Tiansheng Wang" userId="26352113-6e83-492f-84ac-f369dd862d7e" providerId="ADAL" clId="{72B8C417-54E2-804C-BCEF-9E650400D90A}" dt="2019-01-12T12:14:50.590" v="783" actId="478"/>
          <ac:spMkLst>
            <pc:docMk/>
            <pc:sldMk cId="1968658087" sldId="272"/>
            <ac:spMk id="117" creationId="{CDF6CF80-35C0-A44E-A292-1247837CEEB1}"/>
          </ac:spMkLst>
        </pc:spChg>
        <pc:spChg chg="add del mod">
          <ac:chgData name="Tiansheng Wang" userId="26352113-6e83-492f-84ac-f369dd862d7e" providerId="ADAL" clId="{72B8C417-54E2-804C-BCEF-9E650400D90A}" dt="2019-01-12T12:14:50.590" v="783" actId="478"/>
          <ac:spMkLst>
            <pc:docMk/>
            <pc:sldMk cId="1968658087" sldId="272"/>
            <ac:spMk id="118" creationId="{77627F50-7FC4-BC4F-8DA6-50F12D08CBD6}"/>
          </ac:spMkLst>
        </pc:spChg>
        <pc:spChg chg="add del mod">
          <ac:chgData name="Tiansheng Wang" userId="26352113-6e83-492f-84ac-f369dd862d7e" providerId="ADAL" clId="{72B8C417-54E2-804C-BCEF-9E650400D90A}" dt="2019-01-12T12:14:50.590" v="783" actId="478"/>
          <ac:spMkLst>
            <pc:docMk/>
            <pc:sldMk cId="1968658087" sldId="272"/>
            <ac:spMk id="119" creationId="{376A3EB8-D339-1E45-A99C-E0E79A167241}"/>
          </ac:spMkLst>
        </pc:spChg>
        <pc:spChg chg="add del mod">
          <ac:chgData name="Tiansheng Wang" userId="26352113-6e83-492f-84ac-f369dd862d7e" providerId="ADAL" clId="{72B8C417-54E2-804C-BCEF-9E650400D90A}" dt="2019-01-12T12:14:50.590" v="783" actId="478"/>
          <ac:spMkLst>
            <pc:docMk/>
            <pc:sldMk cId="1968658087" sldId="272"/>
            <ac:spMk id="120" creationId="{D31776C7-CD54-DC4A-9C16-D3CE5F36A466}"/>
          </ac:spMkLst>
        </pc:spChg>
        <pc:spChg chg="add del mod">
          <ac:chgData name="Tiansheng Wang" userId="26352113-6e83-492f-84ac-f369dd862d7e" providerId="ADAL" clId="{72B8C417-54E2-804C-BCEF-9E650400D90A}" dt="2019-01-12T12:14:50.590" v="783" actId="478"/>
          <ac:spMkLst>
            <pc:docMk/>
            <pc:sldMk cId="1968658087" sldId="272"/>
            <ac:spMk id="121" creationId="{1AB26F67-D7BC-E84B-8962-C8EE4FC1AFC4}"/>
          </ac:spMkLst>
        </pc:spChg>
        <pc:spChg chg="add del mod">
          <ac:chgData name="Tiansheng Wang" userId="26352113-6e83-492f-84ac-f369dd862d7e" providerId="ADAL" clId="{72B8C417-54E2-804C-BCEF-9E650400D90A}" dt="2019-01-12T12:14:50.590" v="783" actId="478"/>
          <ac:spMkLst>
            <pc:docMk/>
            <pc:sldMk cId="1968658087" sldId="272"/>
            <ac:spMk id="122" creationId="{24E759EA-A731-6342-8C4D-13D48681B3AB}"/>
          </ac:spMkLst>
        </pc:spChg>
        <pc:spChg chg="add del mod">
          <ac:chgData name="Tiansheng Wang" userId="26352113-6e83-492f-84ac-f369dd862d7e" providerId="ADAL" clId="{72B8C417-54E2-804C-BCEF-9E650400D90A}" dt="2019-01-12T12:14:52.772" v="784" actId="478"/>
          <ac:spMkLst>
            <pc:docMk/>
            <pc:sldMk cId="1968658087" sldId="272"/>
            <ac:spMk id="124" creationId="{84606902-1429-B64B-A079-1F005C72602A}"/>
          </ac:spMkLst>
        </pc:spChg>
        <pc:spChg chg="add del mod">
          <ac:chgData name="Tiansheng Wang" userId="26352113-6e83-492f-84ac-f369dd862d7e" providerId="ADAL" clId="{72B8C417-54E2-804C-BCEF-9E650400D90A}" dt="2019-01-12T12:14:50.590" v="783" actId="478"/>
          <ac:spMkLst>
            <pc:docMk/>
            <pc:sldMk cId="1968658087" sldId="272"/>
            <ac:spMk id="125" creationId="{4EFCC959-8DB5-874C-BA91-B0F499FCD4BB}"/>
          </ac:spMkLst>
        </pc:spChg>
        <pc:spChg chg="add del mod">
          <ac:chgData name="Tiansheng Wang" userId="26352113-6e83-492f-84ac-f369dd862d7e" providerId="ADAL" clId="{72B8C417-54E2-804C-BCEF-9E650400D90A}" dt="2019-01-12T12:14:50.590" v="783" actId="478"/>
          <ac:spMkLst>
            <pc:docMk/>
            <pc:sldMk cId="1968658087" sldId="272"/>
            <ac:spMk id="126" creationId="{8E135EB4-C8D4-F446-B8F5-7B27E5BE36A8}"/>
          </ac:spMkLst>
        </pc:spChg>
        <pc:spChg chg="add del mod">
          <ac:chgData name="Tiansheng Wang" userId="26352113-6e83-492f-84ac-f369dd862d7e" providerId="ADAL" clId="{72B8C417-54E2-804C-BCEF-9E650400D90A}" dt="2019-01-12T12:15:19.167" v="789" actId="478"/>
          <ac:spMkLst>
            <pc:docMk/>
            <pc:sldMk cId="1968658087" sldId="272"/>
            <ac:spMk id="127" creationId="{661E80EE-ADD0-594E-B129-92B8D408A64B}"/>
          </ac:spMkLst>
        </pc:spChg>
        <pc:spChg chg="add del">
          <ac:chgData name="Tiansheng Wang" userId="26352113-6e83-492f-84ac-f369dd862d7e" providerId="ADAL" clId="{72B8C417-54E2-804C-BCEF-9E650400D90A}" dt="2019-01-12T12:14:27.346" v="766" actId="478"/>
          <ac:spMkLst>
            <pc:docMk/>
            <pc:sldMk cId="1968658087" sldId="272"/>
            <ac:spMk id="128" creationId="{FF0E7A8D-FEFC-894E-8052-FE323D64495A}"/>
          </ac:spMkLst>
        </pc:spChg>
        <pc:spChg chg="add mod">
          <ac:chgData name="Tiansheng Wang" userId="26352113-6e83-492f-84ac-f369dd862d7e" providerId="ADAL" clId="{72B8C417-54E2-804C-BCEF-9E650400D90A}" dt="2019-01-12T12:14:42.912" v="782" actId="1076"/>
          <ac:spMkLst>
            <pc:docMk/>
            <pc:sldMk cId="1968658087" sldId="272"/>
            <ac:spMk id="129" creationId="{763BC858-66F4-B94F-8DB4-EDE6055BC1FB}"/>
          </ac:spMkLst>
        </pc:spChg>
        <pc:spChg chg="add mod">
          <ac:chgData name="Tiansheng Wang" userId="26352113-6e83-492f-84ac-f369dd862d7e" providerId="ADAL" clId="{72B8C417-54E2-804C-BCEF-9E650400D90A}" dt="2019-01-12T12:26:02.421" v="999" actId="1036"/>
          <ac:spMkLst>
            <pc:docMk/>
            <pc:sldMk cId="1968658087" sldId="272"/>
            <ac:spMk id="131" creationId="{E18DCBB1-547A-0044-8CA5-540B9AF63C3B}"/>
          </ac:spMkLst>
        </pc:spChg>
        <pc:spChg chg="add mod">
          <ac:chgData name="Tiansheng Wang" userId="26352113-6e83-492f-84ac-f369dd862d7e" providerId="ADAL" clId="{72B8C417-54E2-804C-BCEF-9E650400D90A}" dt="2019-01-12T12:26:02.421" v="999" actId="1036"/>
          <ac:spMkLst>
            <pc:docMk/>
            <pc:sldMk cId="1968658087" sldId="272"/>
            <ac:spMk id="134" creationId="{C50B81C7-6ACA-334B-9E6D-062891EC32E4}"/>
          </ac:spMkLst>
        </pc:spChg>
        <pc:spChg chg="add mod">
          <ac:chgData name="Tiansheng Wang" userId="26352113-6e83-492f-84ac-f369dd862d7e" providerId="ADAL" clId="{72B8C417-54E2-804C-BCEF-9E650400D90A}" dt="2019-01-12T12:26:02.421" v="999" actId="1036"/>
          <ac:spMkLst>
            <pc:docMk/>
            <pc:sldMk cId="1968658087" sldId="272"/>
            <ac:spMk id="135" creationId="{68811B59-F705-5C4F-BAFF-5515256E7A4E}"/>
          </ac:spMkLst>
        </pc:spChg>
        <pc:spChg chg="add mod">
          <ac:chgData name="Tiansheng Wang" userId="26352113-6e83-492f-84ac-f369dd862d7e" providerId="ADAL" clId="{72B8C417-54E2-804C-BCEF-9E650400D90A}" dt="2019-01-12T12:26:02.421" v="999" actId="1036"/>
          <ac:spMkLst>
            <pc:docMk/>
            <pc:sldMk cId="1968658087" sldId="272"/>
            <ac:spMk id="136" creationId="{AAC39A70-A310-1F43-AF1E-46C77BB25C11}"/>
          </ac:spMkLst>
        </pc:spChg>
        <pc:spChg chg="add mod">
          <ac:chgData name="Tiansheng Wang" userId="26352113-6e83-492f-84ac-f369dd862d7e" providerId="ADAL" clId="{72B8C417-54E2-804C-BCEF-9E650400D90A}" dt="2019-01-12T12:34:44.118" v="1126" actId="208"/>
          <ac:spMkLst>
            <pc:docMk/>
            <pc:sldMk cId="1968658087" sldId="272"/>
            <ac:spMk id="137" creationId="{D3972AFC-D248-2A48-B43F-E2C34E4BF9AE}"/>
          </ac:spMkLst>
        </pc:spChg>
        <pc:spChg chg="add del mod">
          <ac:chgData name="Tiansheng Wang" userId="26352113-6e83-492f-84ac-f369dd862d7e" providerId="ADAL" clId="{72B8C417-54E2-804C-BCEF-9E650400D90A}" dt="2019-01-12T12:16:31.103" v="804" actId="478"/>
          <ac:spMkLst>
            <pc:docMk/>
            <pc:sldMk cId="1968658087" sldId="272"/>
            <ac:spMk id="138" creationId="{48CF4EC8-F161-914B-996D-1A23F197C2C0}"/>
          </ac:spMkLst>
        </pc:spChg>
        <pc:spChg chg="add mod">
          <ac:chgData name="Tiansheng Wang" userId="26352113-6e83-492f-84ac-f369dd862d7e" providerId="ADAL" clId="{72B8C417-54E2-804C-BCEF-9E650400D90A}" dt="2019-01-12T12:26:02.421" v="999" actId="1036"/>
          <ac:spMkLst>
            <pc:docMk/>
            <pc:sldMk cId="1968658087" sldId="272"/>
            <ac:spMk id="139" creationId="{832734D6-D973-F74C-9F2D-71603AAEB70B}"/>
          </ac:spMkLst>
        </pc:spChg>
        <pc:spChg chg="add mod">
          <ac:chgData name="Tiansheng Wang" userId="26352113-6e83-492f-84ac-f369dd862d7e" providerId="ADAL" clId="{72B8C417-54E2-804C-BCEF-9E650400D90A}" dt="2019-01-12T12:26:02.421" v="999" actId="1036"/>
          <ac:spMkLst>
            <pc:docMk/>
            <pc:sldMk cId="1968658087" sldId="272"/>
            <ac:spMk id="140" creationId="{6A660202-C8F3-CF4F-BAB9-4D0A93D0D28A}"/>
          </ac:spMkLst>
        </pc:spChg>
        <pc:spChg chg="add mod">
          <ac:chgData name="Tiansheng Wang" userId="26352113-6e83-492f-84ac-f369dd862d7e" providerId="ADAL" clId="{72B8C417-54E2-804C-BCEF-9E650400D90A}" dt="2019-01-12T12:26:02.421" v="999" actId="1036"/>
          <ac:spMkLst>
            <pc:docMk/>
            <pc:sldMk cId="1968658087" sldId="272"/>
            <ac:spMk id="142" creationId="{D300C407-9AAD-9146-BB45-445F73B4352A}"/>
          </ac:spMkLst>
        </pc:spChg>
        <pc:spChg chg="add mod">
          <ac:chgData name="Tiansheng Wang" userId="26352113-6e83-492f-84ac-f369dd862d7e" providerId="ADAL" clId="{72B8C417-54E2-804C-BCEF-9E650400D90A}" dt="2019-01-12T12:34:44.835" v="1127" actId="208"/>
          <ac:spMkLst>
            <pc:docMk/>
            <pc:sldMk cId="1968658087" sldId="272"/>
            <ac:spMk id="143" creationId="{03ED04DC-130C-3A46-B2C4-AE729F6E4AA4}"/>
          </ac:spMkLst>
        </pc:spChg>
        <pc:spChg chg="add mod">
          <ac:chgData name="Tiansheng Wang" userId="26352113-6e83-492f-84ac-f369dd862d7e" providerId="ADAL" clId="{72B8C417-54E2-804C-BCEF-9E650400D90A}" dt="2019-01-12T12:26:02.421" v="999" actId="1036"/>
          <ac:spMkLst>
            <pc:docMk/>
            <pc:sldMk cId="1968658087" sldId="272"/>
            <ac:spMk id="144" creationId="{6CE9D4FB-7FE1-8D41-996C-9F31A82B13FD}"/>
          </ac:spMkLst>
        </pc:spChg>
        <pc:spChg chg="add mod">
          <ac:chgData name="Tiansheng Wang" userId="26352113-6e83-492f-84ac-f369dd862d7e" providerId="ADAL" clId="{72B8C417-54E2-804C-BCEF-9E650400D90A}" dt="2019-01-12T12:26:02.421" v="999" actId="1036"/>
          <ac:spMkLst>
            <pc:docMk/>
            <pc:sldMk cId="1968658087" sldId="272"/>
            <ac:spMk id="145" creationId="{3FF3783A-CFE6-8F4A-A8DA-9D9F64C0558A}"/>
          </ac:spMkLst>
        </pc:spChg>
        <pc:spChg chg="add del mod">
          <ac:chgData name="Tiansheng Wang" userId="26352113-6e83-492f-84ac-f369dd862d7e" providerId="ADAL" clId="{72B8C417-54E2-804C-BCEF-9E650400D90A}" dt="2019-01-12T12:35:12.314" v="1132" actId="478"/>
          <ac:spMkLst>
            <pc:docMk/>
            <pc:sldMk cId="1968658087" sldId="272"/>
            <ac:spMk id="146" creationId="{9D10FF6D-E003-CB46-B0AF-1FC6624F93CF}"/>
          </ac:spMkLst>
        </pc:spChg>
        <pc:spChg chg="add del mod">
          <ac:chgData name="Tiansheng Wang" userId="26352113-6e83-492f-84ac-f369dd862d7e" providerId="ADAL" clId="{72B8C417-54E2-804C-BCEF-9E650400D90A}" dt="2019-01-12T12:35:12.314" v="1132" actId="478"/>
          <ac:spMkLst>
            <pc:docMk/>
            <pc:sldMk cId="1968658087" sldId="272"/>
            <ac:spMk id="147" creationId="{0B1A8DA2-41BF-214B-BE79-C0EA5B4C3F22}"/>
          </ac:spMkLst>
        </pc:spChg>
        <pc:spChg chg="add mod">
          <ac:chgData name="Tiansheng Wang" userId="26352113-6e83-492f-84ac-f369dd862d7e" providerId="ADAL" clId="{72B8C417-54E2-804C-BCEF-9E650400D90A}" dt="2019-01-12T12:34:43.789" v="1125" actId="208"/>
          <ac:spMkLst>
            <pc:docMk/>
            <pc:sldMk cId="1968658087" sldId="272"/>
            <ac:spMk id="149" creationId="{5DD1060D-61B9-144D-A981-161562E91EE9}"/>
          </ac:spMkLst>
        </pc:spChg>
        <pc:spChg chg="add mod">
          <ac:chgData name="Tiansheng Wang" userId="26352113-6e83-492f-84ac-f369dd862d7e" providerId="ADAL" clId="{72B8C417-54E2-804C-BCEF-9E650400D90A}" dt="2019-01-12T12:26:02.421" v="999" actId="1036"/>
          <ac:spMkLst>
            <pc:docMk/>
            <pc:sldMk cId="1968658087" sldId="272"/>
            <ac:spMk id="150" creationId="{DCE0DDEB-AB3D-0743-A107-C4511F4D2853}"/>
          </ac:spMkLst>
        </pc:spChg>
        <pc:spChg chg="add mod">
          <ac:chgData name="Tiansheng Wang" userId="26352113-6e83-492f-84ac-f369dd862d7e" providerId="ADAL" clId="{72B8C417-54E2-804C-BCEF-9E650400D90A}" dt="2019-01-12T12:26:02.421" v="999" actId="1036"/>
          <ac:spMkLst>
            <pc:docMk/>
            <pc:sldMk cId="1968658087" sldId="272"/>
            <ac:spMk id="151" creationId="{AAA9096D-535B-8B4B-855D-16EAAE9078DB}"/>
          </ac:spMkLst>
        </pc:spChg>
        <pc:spChg chg="add mod">
          <ac:chgData name="Tiansheng Wang" userId="26352113-6e83-492f-84ac-f369dd862d7e" providerId="ADAL" clId="{72B8C417-54E2-804C-BCEF-9E650400D90A}" dt="2019-01-12T12:26:02.421" v="999" actId="1036"/>
          <ac:spMkLst>
            <pc:docMk/>
            <pc:sldMk cId="1968658087" sldId="272"/>
            <ac:spMk id="152" creationId="{5C9AE2E8-3B4B-4748-80E7-E4C428A28B66}"/>
          </ac:spMkLst>
        </pc:spChg>
        <pc:spChg chg="add del mod">
          <ac:chgData name="Tiansheng Wang" userId="26352113-6e83-492f-84ac-f369dd862d7e" providerId="ADAL" clId="{72B8C417-54E2-804C-BCEF-9E650400D90A}" dt="2019-01-12T12:21:46.065" v="898" actId="478"/>
          <ac:spMkLst>
            <pc:docMk/>
            <pc:sldMk cId="1968658087" sldId="272"/>
            <ac:spMk id="154" creationId="{8DB089CE-04C6-754A-999F-5A10066E9408}"/>
          </ac:spMkLst>
        </pc:spChg>
        <pc:spChg chg="add del mod">
          <ac:chgData name="Tiansheng Wang" userId="26352113-6e83-492f-84ac-f369dd862d7e" providerId="ADAL" clId="{72B8C417-54E2-804C-BCEF-9E650400D90A}" dt="2019-01-12T12:21:46.065" v="898" actId="478"/>
          <ac:spMkLst>
            <pc:docMk/>
            <pc:sldMk cId="1968658087" sldId="272"/>
            <ac:spMk id="157" creationId="{8DD9BF4C-BD5C-6245-9E28-DF0C3416DCE0}"/>
          </ac:spMkLst>
        </pc:spChg>
        <pc:spChg chg="add del mod">
          <ac:chgData name="Tiansheng Wang" userId="26352113-6e83-492f-84ac-f369dd862d7e" providerId="ADAL" clId="{72B8C417-54E2-804C-BCEF-9E650400D90A}" dt="2019-01-12T12:19:50.238" v="872" actId="478"/>
          <ac:spMkLst>
            <pc:docMk/>
            <pc:sldMk cId="1968658087" sldId="272"/>
            <ac:spMk id="158" creationId="{EE30050C-FFAB-7F41-B548-441C10E81F25}"/>
          </ac:spMkLst>
        </pc:spChg>
        <pc:spChg chg="add del mod">
          <ac:chgData name="Tiansheng Wang" userId="26352113-6e83-492f-84ac-f369dd862d7e" providerId="ADAL" clId="{72B8C417-54E2-804C-BCEF-9E650400D90A}" dt="2019-01-12T12:19:47.763" v="871" actId="478"/>
          <ac:spMkLst>
            <pc:docMk/>
            <pc:sldMk cId="1968658087" sldId="272"/>
            <ac:spMk id="159" creationId="{3F118B61-7C77-974D-9132-3D567A43ECF1}"/>
          </ac:spMkLst>
        </pc:spChg>
        <pc:spChg chg="add del mod">
          <ac:chgData name="Tiansheng Wang" userId="26352113-6e83-492f-84ac-f369dd862d7e" providerId="ADAL" clId="{72B8C417-54E2-804C-BCEF-9E650400D90A}" dt="2019-01-12T12:21:46.065" v="898" actId="478"/>
          <ac:spMkLst>
            <pc:docMk/>
            <pc:sldMk cId="1968658087" sldId="272"/>
            <ac:spMk id="160" creationId="{54A93EB4-1EF8-A64A-8C7D-1CBFACF9E44C}"/>
          </ac:spMkLst>
        </pc:spChg>
        <pc:spChg chg="add del mod">
          <ac:chgData name="Tiansheng Wang" userId="26352113-6e83-492f-84ac-f369dd862d7e" providerId="ADAL" clId="{72B8C417-54E2-804C-BCEF-9E650400D90A}" dt="2019-01-12T12:21:46.065" v="898" actId="478"/>
          <ac:spMkLst>
            <pc:docMk/>
            <pc:sldMk cId="1968658087" sldId="272"/>
            <ac:spMk id="161" creationId="{AF18AB04-BB01-1F43-93C6-AAC88EC8E09D}"/>
          </ac:spMkLst>
        </pc:spChg>
        <pc:spChg chg="add del mod">
          <ac:chgData name="Tiansheng Wang" userId="26352113-6e83-492f-84ac-f369dd862d7e" providerId="ADAL" clId="{72B8C417-54E2-804C-BCEF-9E650400D90A}" dt="2019-01-12T12:21:46.065" v="898" actId="478"/>
          <ac:spMkLst>
            <pc:docMk/>
            <pc:sldMk cId="1968658087" sldId="272"/>
            <ac:spMk id="163" creationId="{083E888C-6E42-5147-B27D-B1B476DC6AAC}"/>
          </ac:spMkLst>
        </pc:spChg>
        <pc:spChg chg="add del mod">
          <ac:chgData name="Tiansheng Wang" userId="26352113-6e83-492f-84ac-f369dd862d7e" providerId="ADAL" clId="{72B8C417-54E2-804C-BCEF-9E650400D90A}" dt="2019-01-12T12:21:46.065" v="898" actId="478"/>
          <ac:spMkLst>
            <pc:docMk/>
            <pc:sldMk cId="1968658087" sldId="272"/>
            <ac:spMk id="164" creationId="{FD272268-66E2-E84F-9A98-98B2CDF18CC6}"/>
          </ac:spMkLst>
        </pc:spChg>
        <pc:spChg chg="add del mod">
          <ac:chgData name="Tiansheng Wang" userId="26352113-6e83-492f-84ac-f369dd862d7e" providerId="ADAL" clId="{72B8C417-54E2-804C-BCEF-9E650400D90A}" dt="2019-01-12T12:21:46.065" v="898" actId="478"/>
          <ac:spMkLst>
            <pc:docMk/>
            <pc:sldMk cId="1968658087" sldId="272"/>
            <ac:spMk id="165" creationId="{B015D100-86B0-4D4E-89BE-D0FE34AB4F95}"/>
          </ac:spMkLst>
        </pc:spChg>
        <pc:spChg chg="add del mod">
          <ac:chgData name="Tiansheng Wang" userId="26352113-6e83-492f-84ac-f369dd862d7e" providerId="ADAL" clId="{72B8C417-54E2-804C-BCEF-9E650400D90A}" dt="2019-01-12T12:21:46.065" v="898" actId="478"/>
          <ac:spMkLst>
            <pc:docMk/>
            <pc:sldMk cId="1968658087" sldId="272"/>
            <ac:spMk id="166" creationId="{A54E63A1-8B01-304B-9391-92684C76DE57}"/>
          </ac:spMkLst>
        </pc:spChg>
        <pc:spChg chg="add del mod">
          <ac:chgData name="Tiansheng Wang" userId="26352113-6e83-492f-84ac-f369dd862d7e" providerId="ADAL" clId="{72B8C417-54E2-804C-BCEF-9E650400D90A}" dt="2019-01-12T12:21:46.065" v="898" actId="478"/>
          <ac:spMkLst>
            <pc:docMk/>
            <pc:sldMk cId="1968658087" sldId="272"/>
            <ac:spMk id="167" creationId="{3D3FBE5D-8CBD-A144-8CC3-F7FFDE5A0944}"/>
          </ac:spMkLst>
        </pc:spChg>
        <pc:spChg chg="add del mod">
          <ac:chgData name="Tiansheng Wang" userId="26352113-6e83-492f-84ac-f369dd862d7e" providerId="ADAL" clId="{72B8C417-54E2-804C-BCEF-9E650400D90A}" dt="2019-01-12T12:21:46.065" v="898" actId="478"/>
          <ac:spMkLst>
            <pc:docMk/>
            <pc:sldMk cId="1968658087" sldId="272"/>
            <ac:spMk id="168" creationId="{D78039F1-6C65-B24C-8E94-3077CE6CD239}"/>
          </ac:spMkLst>
        </pc:spChg>
        <pc:spChg chg="add del mod">
          <ac:chgData name="Tiansheng Wang" userId="26352113-6e83-492f-84ac-f369dd862d7e" providerId="ADAL" clId="{72B8C417-54E2-804C-BCEF-9E650400D90A}" dt="2019-01-12T12:19:52.600" v="873" actId="478"/>
          <ac:spMkLst>
            <pc:docMk/>
            <pc:sldMk cId="1968658087" sldId="272"/>
            <ac:spMk id="170" creationId="{837AEFA3-A6DB-E143-82D7-E5921664818B}"/>
          </ac:spMkLst>
        </pc:spChg>
        <pc:spChg chg="add del mod">
          <ac:chgData name="Tiansheng Wang" userId="26352113-6e83-492f-84ac-f369dd862d7e" providerId="ADAL" clId="{72B8C417-54E2-804C-BCEF-9E650400D90A}" dt="2019-01-12T12:21:46.065" v="898" actId="478"/>
          <ac:spMkLst>
            <pc:docMk/>
            <pc:sldMk cId="1968658087" sldId="272"/>
            <ac:spMk id="171" creationId="{EFB3A97F-AC30-9743-AF3E-CE257BFCDC6A}"/>
          </ac:spMkLst>
        </pc:spChg>
        <pc:spChg chg="add del mod">
          <ac:chgData name="Tiansheng Wang" userId="26352113-6e83-492f-84ac-f369dd862d7e" providerId="ADAL" clId="{72B8C417-54E2-804C-BCEF-9E650400D90A}" dt="2019-01-12T12:21:46.065" v="898" actId="478"/>
          <ac:spMkLst>
            <pc:docMk/>
            <pc:sldMk cId="1968658087" sldId="272"/>
            <ac:spMk id="172" creationId="{F1F8E41C-79B2-E649-AD11-731721EDAF37}"/>
          </ac:spMkLst>
        </pc:spChg>
        <pc:spChg chg="add del mod">
          <ac:chgData name="Tiansheng Wang" userId="26352113-6e83-492f-84ac-f369dd862d7e" providerId="ADAL" clId="{72B8C417-54E2-804C-BCEF-9E650400D90A}" dt="2019-01-12T12:21:46.065" v="898" actId="478"/>
          <ac:spMkLst>
            <pc:docMk/>
            <pc:sldMk cId="1968658087" sldId="272"/>
            <ac:spMk id="173" creationId="{54E6ABFE-98EA-F34C-A801-81EE74DA8C99}"/>
          </ac:spMkLst>
        </pc:spChg>
        <pc:spChg chg="add del mod">
          <ac:chgData name="Tiansheng Wang" userId="26352113-6e83-492f-84ac-f369dd862d7e" providerId="ADAL" clId="{72B8C417-54E2-804C-BCEF-9E650400D90A}" dt="2019-01-12T12:21:46.065" v="898" actId="478"/>
          <ac:spMkLst>
            <pc:docMk/>
            <pc:sldMk cId="1968658087" sldId="272"/>
            <ac:spMk id="174" creationId="{D64D3C1B-D2D9-444D-BF19-306825C75468}"/>
          </ac:spMkLst>
        </pc:spChg>
        <pc:spChg chg="add del mod">
          <ac:chgData name="Tiansheng Wang" userId="26352113-6e83-492f-84ac-f369dd862d7e" providerId="ADAL" clId="{72B8C417-54E2-804C-BCEF-9E650400D90A}" dt="2019-01-12T12:26:06.694" v="1000" actId="478"/>
          <ac:spMkLst>
            <pc:docMk/>
            <pc:sldMk cId="1968658087" sldId="272"/>
            <ac:spMk id="175" creationId="{30D8B0EF-AEBF-2D41-8235-FCEDF9EA9EE8}"/>
          </ac:spMkLst>
        </pc:spChg>
        <pc:spChg chg="add del mod">
          <ac:chgData name="Tiansheng Wang" userId="26352113-6e83-492f-84ac-f369dd862d7e" providerId="ADAL" clId="{72B8C417-54E2-804C-BCEF-9E650400D90A}" dt="2019-01-12T12:21:46.065" v="898" actId="478"/>
          <ac:spMkLst>
            <pc:docMk/>
            <pc:sldMk cId="1968658087" sldId="272"/>
            <ac:spMk id="177" creationId="{DAB42540-2E1D-CE4E-88E5-2F5E8AB79E75}"/>
          </ac:spMkLst>
        </pc:spChg>
        <pc:spChg chg="add del mod">
          <ac:chgData name="Tiansheng Wang" userId="26352113-6e83-492f-84ac-f369dd862d7e" providerId="ADAL" clId="{72B8C417-54E2-804C-BCEF-9E650400D90A}" dt="2019-01-12T12:21:46.065" v="898" actId="478"/>
          <ac:spMkLst>
            <pc:docMk/>
            <pc:sldMk cId="1968658087" sldId="272"/>
            <ac:spMk id="180" creationId="{F44E9142-AA01-F444-810A-2F08FBDE0AA4}"/>
          </ac:spMkLst>
        </pc:spChg>
        <pc:spChg chg="add del mod">
          <ac:chgData name="Tiansheng Wang" userId="26352113-6e83-492f-84ac-f369dd862d7e" providerId="ADAL" clId="{72B8C417-54E2-804C-BCEF-9E650400D90A}" dt="2019-01-12T12:21:46.065" v="898" actId="478"/>
          <ac:spMkLst>
            <pc:docMk/>
            <pc:sldMk cId="1968658087" sldId="272"/>
            <ac:spMk id="181" creationId="{B3333606-C9CF-E34C-A8A5-41171DB29C4B}"/>
          </ac:spMkLst>
        </pc:spChg>
        <pc:spChg chg="add del mod">
          <ac:chgData name="Tiansheng Wang" userId="26352113-6e83-492f-84ac-f369dd862d7e" providerId="ADAL" clId="{72B8C417-54E2-804C-BCEF-9E650400D90A}" dt="2019-01-12T12:21:46.065" v="898" actId="478"/>
          <ac:spMkLst>
            <pc:docMk/>
            <pc:sldMk cId="1968658087" sldId="272"/>
            <ac:spMk id="182" creationId="{B2488B9E-866F-3E44-B35D-58B6436FBAC4}"/>
          </ac:spMkLst>
        </pc:spChg>
        <pc:spChg chg="add del mod">
          <ac:chgData name="Tiansheng Wang" userId="26352113-6e83-492f-84ac-f369dd862d7e" providerId="ADAL" clId="{72B8C417-54E2-804C-BCEF-9E650400D90A}" dt="2019-01-12T12:21:46.065" v="898" actId="478"/>
          <ac:spMkLst>
            <pc:docMk/>
            <pc:sldMk cId="1968658087" sldId="272"/>
            <ac:spMk id="184" creationId="{B2A11D2D-26EE-D84D-98C7-4E2D43B29955}"/>
          </ac:spMkLst>
        </pc:spChg>
        <pc:spChg chg="add del mod">
          <ac:chgData name="Tiansheng Wang" userId="26352113-6e83-492f-84ac-f369dd862d7e" providerId="ADAL" clId="{72B8C417-54E2-804C-BCEF-9E650400D90A}" dt="2019-01-12T12:21:46.065" v="898" actId="478"/>
          <ac:spMkLst>
            <pc:docMk/>
            <pc:sldMk cId="1968658087" sldId="272"/>
            <ac:spMk id="185" creationId="{CCB5F3F5-E18A-A346-80FE-510C21FCF93A}"/>
          </ac:spMkLst>
        </pc:spChg>
        <pc:spChg chg="add del mod">
          <ac:chgData name="Tiansheng Wang" userId="26352113-6e83-492f-84ac-f369dd862d7e" providerId="ADAL" clId="{72B8C417-54E2-804C-BCEF-9E650400D90A}" dt="2019-01-12T12:21:46.065" v="898" actId="478"/>
          <ac:spMkLst>
            <pc:docMk/>
            <pc:sldMk cId="1968658087" sldId="272"/>
            <ac:spMk id="186" creationId="{FDCA5A05-986A-EE4A-95A6-4E6ACEFC454A}"/>
          </ac:spMkLst>
        </pc:spChg>
        <pc:spChg chg="add del mod">
          <ac:chgData name="Tiansheng Wang" userId="26352113-6e83-492f-84ac-f369dd862d7e" providerId="ADAL" clId="{72B8C417-54E2-804C-BCEF-9E650400D90A}" dt="2019-01-12T12:21:46.065" v="898" actId="478"/>
          <ac:spMkLst>
            <pc:docMk/>
            <pc:sldMk cId="1968658087" sldId="272"/>
            <ac:spMk id="187" creationId="{DBE34734-E9CA-FA4B-A6CD-9C82F68D6C12}"/>
          </ac:spMkLst>
        </pc:spChg>
        <pc:spChg chg="add del mod">
          <ac:chgData name="Tiansheng Wang" userId="26352113-6e83-492f-84ac-f369dd862d7e" providerId="ADAL" clId="{72B8C417-54E2-804C-BCEF-9E650400D90A}" dt="2019-01-12T12:21:46.065" v="898" actId="478"/>
          <ac:spMkLst>
            <pc:docMk/>
            <pc:sldMk cId="1968658087" sldId="272"/>
            <ac:spMk id="188" creationId="{D09B91F3-777C-4544-8E6D-B0B7C053F002}"/>
          </ac:spMkLst>
        </pc:spChg>
        <pc:spChg chg="add del mod">
          <ac:chgData name="Tiansheng Wang" userId="26352113-6e83-492f-84ac-f369dd862d7e" providerId="ADAL" clId="{72B8C417-54E2-804C-BCEF-9E650400D90A}" dt="2019-01-12T12:21:46.065" v="898" actId="478"/>
          <ac:spMkLst>
            <pc:docMk/>
            <pc:sldMk cId="1968658087" sldId="272"/>
            <ac:spMk id="189" creationId="{D4732E34-4FE7-2C4C-B7D2-615DCDCB153E}"/>
          </ac:spMkLst>
        </pc:spChg>
        <pc:spChg chg="add del mod">
          <ac:chgData name="Tiansheng Wang" userId="26352113-6e83-492f-84ac-f369dd862d7e" providerId="ADAL" clId="{72B8C417-54E2-804C-BCEF-9E650400D90A}" dt="2019-01-12T12:21:46.065" v="898" actId="478"/>
          <ac:spMkLst>
            <pc:docMk/>
            <pc:sldMk cId="1968658087" sldId="272"/>
            <ac:spMk id="191" creationId="{D2A40E21-36EA-6447-A936-C23A54762F8C}"/>
          </ac:spMkLst>
        </pc:spChg>
        <pc:spChg chg="add del mod">
          <ac:chgData name="Tiansheng Wang" userId="26352113-6e83-492f-84ac-f369dd862d7e" providerId="ADAL" clId="{72B8C417-54E2-804C-BCEF-9E650400D90A}" dt="2019-01-12T12:21:46.065" v="898" actId="478"/>
          <ac:spMkLst>
            <pc:docMk/>
            <pc:sldMk cId="1968658087" sldId="272"/>
            <ac:spMk id="192" creationId="{C16B5853-2093-E947-8EB6-51A2EFF85B46}"/>
          </ac:spMkLst>
        </pc:spChg>
        <pc:spChg chg="add del mod">
          <ac:chgData name="Tiansheng Wang" userId="26352113-6e83-492f-84ac-f369dd862d7e" providerId="ADAL" clId="{72B8C417-54E2-804C-BCEF-9E650400D90A}" dt="2019-01-12T12:21:46.065" v="898" actId="478"/>
          <ac:spMkLst>
            <pc:docMk/>
            <pc:sldMk cId="1968658087" sldId="272"/>
            <ac:spMk id="193" creationId="{D2752311-7853-714E-BB0B-0007B74355D5}"/>
          </ac:spMkLst>
        </pc:spChg>
        <pc:spChg chg="add del mod">
          <ac:chgData name="Tiansheng Wang" userId="26352113-6e83-492f-84ac-f369dd862d7e" providerId="ADAL" clId="{72B8C417-54E2-804C-BCEF-9E650400D90A}" dt="2019-01-12T12:21:46.065" v="898" actId="478"/>
          <ac:spMkLst>
            <pc:docMk/>
            <pc:sldMk cId="1968658087" sldId="272"/>
            <ac:spMk id="194" creationId="{47105A86-B531-EC41-8EE3-B2A4EDF08F62}"/>
          </ac:spMkLst>
        </pc:spChg>
        <pc:spChg chg="add del mod">
          <ac:chgData name="Tiansheng Wang" userId="26352113-6e83-492f-84ac-f369dd862d7e" providerId="ADAL" clId="{72B8C417-54E2-804C-BCEF-9E650400D90A}" dt="2019-01-12T12:26:09.023" v="1001" actId="478"/>
          <ac:spMkLst>
            <pc:docMk/>
            <pc:sldMk cId="1968658087" sldId="272"/>
            <ac:spMk id="195" creationId="{1FDB229A-EB4C-E048-9366-73533F4AE096}"/>
          </ac:spMkLst>
        </pc:spChg>
        <pc:spChg chg="add del mod">
          <ac:chgData name="Tiansheng Wang" userId="26352113-6e83-492f-84ac-f369dd862d7e" providerId="ADAL" clId="{72B8C417-54E2-804C-BCEF-9E650400D90A}" dt="2019-01-12T12:21:38.408" v="895"/>
          <ac:spMkLst>
            <pc:docMk/>
            <pc:sldMk cId="1968658087" sldId="272"/>
            <ac:spMk id="197" creationId="{F0E32CBB-E950-F844-AD55-F5D36405E2EA}"/>
          </ac:spMkLst>
        </pc:spChg>
        <pc:spChg chg="add del mod">
          <ac:chgData name="Tiansheng Wang" userId="26352113-6e83-492f-84ac-f369dd862d7e" providerId="ADAL" clId="{72B8C417-54E2-804C-BCEF-9E650400D90A}" dt="2019-01-12T12:21:38.408" v="895"/>
          <ac:spMkLst>
            <pc:docMk/>
            <pc:sldMk cId="1968658087" sldId="272"/>
            <ac:spMk id="200" creationId="{1556FE08-749D-BD49-8FEA-931AB3AE613A}"/>
          </ac:spMkLst>
        </pc:spChg>
        <pc:spChg chg="add del mod">
          <ac:chgData name="Tiansheng Wang" userId="26352113-6e83-492f-84ac-f369dd862d7e" providerId="ADAL" clId="{72B8C417-54E2-804C-BCEF-9E650400D90A}" dt="2019-01-12T12:21:38.408" v="895"/>
          <ac:spMkLst>
            <pc:docMk/>
            <pc:sldMk cId="1968658087" sldId="272"/>
            <ac:spMk id="201" creationId="{570594F6-3A5A-8F49-89B7-11ED95621F3D}"/>
          </ac:spMkLst>
        </pc:spChg>
        <pc:spChg chg="add del mod">
          <ac:chgData name="Tiansheng Wang" userId="26352113-6e83-492f-84ac-f369dd862d7e" providerId="ADAL" clId="{72B8C417-54E2-804C-BCEF-9E650400D90A}" dt="2019-01-12T12:21:38.408" v="895"/>
          <ac:spMkLst>
            <pc:docMk/>
            <pc:sldMk cId="1968658087" sldId="272"/>
            <ac:spMk id="202" creationId="{4B11B8B3-ABD1-0C44-8A1D-68933D84BB1F}"/>
          </ac:spMkLst>
        </pc:spChg>
        <pc:spChg chg="add del mod">
          <ac:chgData name="Tiansheng Wang" userId="26352113-6e83-492f-84ac-f369dd862d7e" providerId="ADAL" clId="{72B8C417-54E2-804C-BCEF-9E650400D90A}" dt="2019-01-12T12:21:38.408" v="895"/>
          <ac:spMkLst>
            <pc:docMk/>
            <pc:sldMk cId="1968658087" sldId="272"/>
            <ac:spMk id="204" creationId="{2EB01416-B80C-7A49-AE42-2C42AF54B5E7}"/>
          </ac:spMkLst>
        </pc:spChg>
        <pc:spChg chg="add del mod">
          <ac:chgData name="Tiansheng Wang" userId="26352113-6e83-492f-84ac-f369dd862d7e" providerId="ADAL" clId="{72B8C417-54E2-804C-BCEF-9E650400D90A}" dt="2019-01-12T12:21:38.408" v="895"/>
          <ac:spMkLst>
            <pc:docMk/>
            <pc:sldMk cId="1968658087" sldId="272"/>
            <ac:spMk id="205" creationId="{539A1803-2C2F-9B4F-A287-534E60FC919E}"/>
          </ac:spMkLst>
        </pc:spChg>
        <pc:spChg chg="add del mod">
          <ac:chgData name="Tiansheng Wang" userId="26352113-6e83-492f-84ac-f369dd862d7e" providerId="ADAL" clId="{72B8C417-54E2-804C-BCEF-9E650400D90A}" dt="2019-01-12T12:21:38.408" v="895"/>
          <ac:spMkLst>
            <pc:docMk/>
            <pc:sldMk cId="1968658087" sldId="272"/>
            <ac:spMk id="206" creationId="{0685A048-13B5-D741-9C5D-DDAEE755253A}"/>
          </ac:spMkLst>
        </pc:spChg>
        <pc:spChg chg="add del mod">
          <ac:chgData name="Tiansheng Wang" userId="26352113-6e83-492f-84ac-f369dd862d7e" providerId="ADAL" clId="{72B8C417-54E2-804C-BCEF-9E650400D90A}" dt="2019-01-12T12:21:38.408" v="895"/>
          <ac:spMkLst>
            <pc:docMk/>
            <pc:sldMk cId="1968658087" sldId="272"/>
            <ac:spMk id="207" creationId="{F0F34261-6FEF-0D48-B92D-EEE2F18E08B8}"/>
          </ac:spMkLst>
        </pc:spChg>
        <pc:spChg chg="add del mod">
          <ac:chgData name="Tiansheng Wang" userId="26352113-6e83-492f-84ac-f369dd862d7e" providerId="ADAL" clId="{72B8C417-54E2-804C-BCEF-9E650400D90A}" dt="2019-01-12T12:21:38.408" v="895"/>
          <ac:spMkLst>
            <pc:docMk/>
            <pc:sldMk cId="1968658087" sldId="272"/>
            <ac:spMk id="209" creationId="{E4E15240-707D-A547-90DA-83CFE501D021}"/>
          </ac:spMkLst>
        </pc:spChg>
        <pc:spChg chg="add del mod">
          <ac:chgData name="Tiansheng Wang" userId="26352113-6e83-492f-84ac-f369dd862d7e" providerId="ADAL" clId="{72B8C417-54E2-804C-BCEF-9E650400D90A}" dt="2019-01-12T12:21:38.408" v="895"/>
          <ac:spMkLst>
            <pc:docMk/>
            <pc:sldMk cId="1968658087" sldId="272"/>
            <ac:spMk id="210" creationId="{8BE4DCBC-5582-874C-BA0A-60792AE23372}"/>
          </ac:spMkLst>
        </pc:spChg>
        <pc:spChg chg="add del mod">
          <ac:chgData name="Tiansheng Wang" userId="26352113-6e83-492f-84ac-f369dd862d7e" providerId="ADAL" clId="{72B8C417-54E2-804C-BCEF-9E650400D90A}" dt="2019-01-12T12:21:38.408" v="895"/>
          <ac:spMkLst>
            <pc:docMk/>
            <pc:sldMk cId="1968658087" sldId="272"/>
            <ac:spMk id="211" creationId="{24F517E3-1334-5247-9ABC-FECD643D7280}"/>
          </ac:spMkLst>
        </pc:spChg>
        <pc:spChg chg="add del mod">
          <ac:chgData name="Tiansheng Wang" userId="26352113-6e83-492f-84ac-f369dd862d7e" providerId="ADAL" clId="{72B8C417-54E2-804C-BCEF-9E650400D90A}" dt="2019-01-12T12:21:38.408" v="895"/>
          <ac:spMkLst>
            <pc:docMk/>
            <pc:sldMk cId="1968658087" sldId="272"/>
            <ac:spMk id="212" creationId="{32E38DE1-18E6-9A4F-9F15-34F5ADC772D2}"/>
          </ac:spMkLst>
        </pc:spChg>
        <pc:spChg chg="add mod">
          <ac:chgData name="Tiansheng Wang" userId="26352113-6e83-492f-84ac-f369dd862d7e" providerId="ADAL" clId="{72B8C417-54E2-804C-BCEF-9E650400D90A}" dt="2019-01-12T12:24:15.027" v="952" actId="1076"/>
          <ac:spMkLst>
            <pc:docMk/>
            <pc:sldMk cId="1968658087" sldId="272"/>
            <ac:spMk id="213" creationId="{08FD5E5D-6C61-CB45-9FE9-C86C2077FE55}"/>
          </ac:spMkLst>
        </pc:spChg>
        <pc:spChg chg="add mod">
          <ac:chgData name="Tiansheng Wang" userId="26352113-6e83-492f-84ac-f369dd862d7e" providerId="ADAL" clId="{72B8C417-54E2-804C-BCEF-9E650400D90A}" dt="2019-01-12T12:26:02.421" v="999" actId="1036"/>
          <ac:spMkLst>
            <pc:docMk/>
            <pc:sldMk cId="1968658087" sldId="272"/>
            <ac:spMk id="214" creationId="{C02D199B-61E6-5D40-83B7-B1C77249E88C}"/>
          </ac:spMkLst>
        </pc:spChg>
        <pc:spChg chg="add mod">
          <ac:chgData name="Tiansheng Wang" userId="26352113-6e83-492f-84ac-f369dd862d7e" providerId="ADAL" clId="{72B8C417-54E2-804C-BCEF-9E650400D90A}" dt="2019-01-12T12:36:30.799" v="1186" actId="1036"/>
          <ac:spMkLst>
            <pc:docMk/>
            <pc:sldMk cId="1968658087" sldId="272"/>
            <ac:spMk id="217" creationId="{9FB09EBC-4E6B-BF47-9893-9F637D79F90E}"/>
          </ac:spMkLst>
        </pc:spChg>
        <pc:spChg chg="add mod">
          <ac:chgData name="Tiansheng Wang" userId="26352113-6e83-492f-84ac-f369dd862d7e" providerId="ADAL" clId="{72B8C417-54E2-804C-BCEF-9E650400D90A}" dt="2019-01-12T12:36:30.799" v="1186" actId="1036"/>
          <ac:spMkLst>
            <pc:docMk/>
            <pc:sldMk cId="1968658087" sldId="272"/>
            <ac:spMk id="220" creationId="{A868174E-E164-3344-8FC9-963044A3DFCA}"/>
          </ac:spMkLst>
        </pc:spChg>
        <pc:spChg chg="add del mod">
          <ac:chgData name="Tiansheng Wang" userId="26352113-6e83-492f-84ac-f369dd862d7e" providerId="ADAL" clId="{72B8C417-54E2-804C-BCEF-9E650400D90A}" dt="2019-01-12T12:27:01.507" v="1010" actId="478"/>
          <ac:spMkLst>
            <pc:docMk/>
            <pc:sldMk cId="1968658087" sldId="272"/>
            <ac:spMk id="221" creationId="{C642C5D5-4010-D443-9332-A3ADC0553391}"/>
          </ac:spMkLst>
        </pc:spChg>
        <pc:spChg chg="add del mod">
          <ac:chgData name="Tiansheng Wang" userId="26352113-6e83-492f-84ac-f369dd862d7e" providerId="ADAL" clId="{72B8C417-54E2-804C-BCEF-9E650400D90A}" dt="2019-01-12T12:26:57.569" v="1009" actId="478"/>
          <ac:spMkLst>
            <pc:docMk/>
            <pc:sldMk cId="1968658087" sldId="272"/>
            <ac:spMk id="222" creationId="{71509A30-F350-664D-8A46-9DE857A76320}"/>
          </ac:spMkLst>
        </pc:spChg>
        <pc:spChg chg="add mod">
          <ac:chgData name="Tiansheng Wang" userId="26352113-6e83-492f-84ac-f369dd862d7e" providerId="ADAL" clId="{72B8C417-54E2-804C-BCEF-9E650400D90A}" dt="2019-01-12T12:36:30.799" v="1186" actId="1036"/>
          <ac:spMkLst>
            <pc:docMk/>
            <pc:sldMk cId="1968658087" sldId="272"/>
            <ac:spMk id="223" creationId="{BA4D7F6C-8061-7B4A-AEFF-E30D5293E5AA}"/>
          </ac:spMkLst>
        </pc:spChg>
        <pc:spChg chg="add mod">
          <ac:chgData name="Tiansheng Wang" userId="26352113-6e83-492f-84ac-f369dd862d7e" providerId="ADAL" clId="{72B8C417-54E2-804C-BCEF-9E650400D90A}" dt="2019-01-12T12:36:30.799" v="1186" actId="1036"/>
          <ac:spMkLst>
            <pc:docMk/>
            <pc:sldMk cId="1968658087" sldId="272"/>
            <ac:spMk id="224" creationId="{BA48858E-726F-5549-9DEA-DE2197D061EF}"/>
          </ac:spMkLst>
        </pc:spChg>
        <pc:spChg chg="add mod">
          <ac:chgData name="Tiansheng Wang" userId="26352113-6e83-492f-84ac-f369dd862d7e" providerId="ADAL" clId="{72B8C417-54E2-804C-BCEF-9E650400D90A}" dt="2019-01-12T12:36:30.799" v="1186" actId="1036"/>
          <ac:spMkLst>
            <pc:docMk/>
            <pc:sldMk cId="1968658087" sldId="272"/>
            <ac:spMk id="226" creationId="{690EE3AE-4A03-F548-91E4-84A430320EFA}"/>
          </ac:spMkLst>
        </pc:spChg>
        <pc:spChg chg="add mod">
          <ac:chgData name="Tiansheng Wang" userId="26352113-6e83-492f-84ac-f369dd862d7e" providerId="ADAL" clId="{72B8C417-54E2-804C-BCEF-9E650400D90A}" dt="2019-01-12T12:36:30.799" v="1186" actId="1036"/>
          <ac:spMkLst>
            <pc:docMk/>
            <pc:sldMk cId="1968658087" sldId="272"/>
            <ac:spMk id="227" creationId="{78119845-0A97-D142-BC86-19D2C8CCD166}"/>
          </ac:spMkLst>
        </pc:spChg>
        <pc:spChg chg="add mod">
          <ac:chgData name="Tiansheng Wang" userId="26352113-6e83-492f-84ac-f369dd862d7e" providerId="ADAL" clId="{72B8C417-54E2-804C-BCEF-9E650400D90A}" dt="2019-01-12T12:36:30.799" v="1186" actId="1036"/>
          <ac:spMkLst>
            <pc:docMk/>
            <pc:sldMk cId="1968658087" sldId="272"/>
            <ac:spMk id="228" creationId="{52877336-53E2-B341-B9D7-12316210C259}"/>
          </ac:spMkLst>
        </pc:spChg>
        <pc:spChg chg="add mod">
          <ac:chgData name="Tiansheng Wang" userId="26352113-6e83-492f-84ac-f369dd862d7e" providerId="ADAL" clId="{72B8C417-54E2-804C-BCEF-9E650400D90A}" dt="2019-01-12T12:36:30.799" v="1186" actId="1036"/>
          <ac:spMkLst>
            <pc:docMk/>
            <pc:sldMk cId="1968658087" sldId="272"/>
            <ac:spMk id="229" creationId="{691CCE84-2D9C-E941-8ADD-4EDAF4CC0404}"/>
          </ac:spMkLst>
        </pc:spChg>
        <pc:spChg chg="add del mod">
          <ac:chgData name="Tiansheng Wang" userId="26352113-6e83-492f-84ac-f369dd862d7e" providerId="ADAL" clId="{72B8C417-54E2-804C-BCEF-9E650400D90A}" dt="2019-01-12T12:35:15.340" v="1133" actId="478"/>
          <ac:spMkLst>
            <pc:docMk/>
            <pc:sldMk cId="1968658087" sldId="272"/>
            <ac:spMk id="230" creationId="{BAB16C14-2B2A-1443-817F-C119D2FF1300}"/>
          </ac:spMkLst>
        </pc:spChg>
        <pc:spChg chg="add del mod">
          <ac:chgData name="Tiansheng Wang" userId="26352113-6e83-492f-84ac-f369dd862d7e" providerId="ADAL" clId="{72B8C417-54E2-804C-BCEF-9E650400D90A}" dt="2019-01-12T12:35:15.340" v="1133" actId="478"/>
          <ac:spMkLst>
            <pc:docMk/>
            <pc:sldMk cId="1968658087" sldId="272"/>
            <ac:spMk id="231" creationId="{3C8E4373-7EE2-0545-A1AF-A5B031DC3862}"/>
          </ac:spMkLst>
        </pc:spChg>
        <pc:spChg chg="add del mod">
          <ac:chgData name="Tiansheng Wang" userId="26352113-6e83-492f-84ac-f369dd862d7e" providerId="ADAL" clId="{72B8C417-54E2-804C-BCEF-9E650400D90A}" dt="2019-01-12T12:27:16.560" v="1013" actId="478"/>
          <ac:spMkLst>
            <pc:docMk/>
            <pc:sldMk cId="1968658087" sldId="272"/>
            <ac:spMk id="232" creationId="{2D9DF5C5-2CA3-0544-B353-143872E025EF}"/>
          </ac:spMkLst>
        </pc:spChg>
        <pc:spChg chg="add mod">
          <ac:chgData name="Tiansheng Wang" userId="26352113-6e83-492f-84ac-f369dd862d7e" providerId="ADAL" clId="{72B8C417-54E2-804C-BCEF-9E650400D90A}" dt="2019-01-12T12:36:30.799" v="1186" actId="1036"/>
          <ac:spMkLst>
            <pc:docMk/>
            <pc:sldMk cId="1968658087" sldId="272"/>
            <ac:spMk id="233" creationId="{6B9FD1C4-91A1-324B-9566-DAC42890C0D1}"/>
          </ac:spMkLst>
        </pc:spChg>
        <pc:spChg chg="add mod">
          <ac:chgData name="Tiansheng Wang" userId="26352113-6e83-492f-84ac-f369dd862d7e" providerId="ADAL" clId="{72B8C417-54E2-804C-BCEF-9E650400D90A}" dt="2019-01-12T12:36:30.799" v="1186" actId="1036"/>
          <ac:spMkLst>
            <pc:docMk/>
            <pc:sldMk cId="1968658087" sldId="272"/>
            <ac:spMk id="234" creationId="{08B22EAA-98E6-E942-A19C-937FFC2CA1FE}"/>
          </ac:spMkLst>
        </pc:spChg>
        <pc:spChg chg="add mod">
          <ac:chgData name="Tiansheng Wang" userId="26352113-6e83-492f-84ac-f369dd862d7e" providerId="ADAL" clId="{72B8C417-54E2-804C-BCEF-9E650400D90A}" dt="2019-01-12T12:36:30.799" v="1186" actId="1036"/>
          <ac:spMkLst>
            <pc:docMk/>
            <pc:sldMk cId="1968658087" sldId="272"/>
            <ac:spMk id="235" creationId="{8CFB2E30-ED8B-634E-ADD9-2AD8CAB2D553}"/>
          </ac:spMkLst>
        </pc:spChg>
        <pc:spChg chg="add mod">
          <ac:chgData name="Tiansheng Wang" userId="26352113-6e83-492f-84ac-f369dd862d7e" providerId="ADAL" clId="{72B8C417-54E2-804C-BCEF-9E650400D90A}" dt="2019-01-12T12:36:30.799" v="1186" actId="1036"/>
          <ac:spMkLst>
            <pc:docMk/>
            <pc:sldMk cId="1968658087" sldId="272"/>
            <ac:spMk id="236" creationId="{D0EB81DE-2657-3848-A08E-977267B37412}"/>
          </ac:spMkLst>
        </pc:spChg>
        <pc:spChg chg="add mod">
          <ac:chgData name="Tiansheng Wang" userId="26352113-6e83-492f-84ac-f369dd862d7e" providerId="ADAL" clId="{72B8C417-54E2-804C-BCEF-9E650400D90A}" dt="2019-01-12T12:36:30.799" v="1186" actId="1036"/>
          <ac:spMkLst>
            <pc:docMk/>
            <pc:sldMk cId="1968658087" sldId="272"/>
            <ac:spMk id="238" creationId="{74E91BA8-69F9-BD4D-A99A-A2189D7B4F57}"/>
          </ac:spMkLst>
        </pc:spChg>
        <pc:spChg chg="add del mod">
          <ac:chgData name="Tiansheng Wang" userId="26352113-6e83-492f-84ac-f369dd862d7e" providerId="ADAL" clId="{72B8C417-54E2-804C-BCEF-9E650400D90A}" dt="2019-01-12T12:27:26.742" v="1017" actId="478"/>
          <ac:spMkLst>
            <pc:docMk/>
            <pc:sldMk cId="1968658087" sldId="272"/>
            <ac:spMk id="239" creationId="{3E663857-1F88-3941-B63F-7D0E5B213F2E}"/>
          </ac:spMkLst>
        </pc:spChg>
        <pc:spChg chg="add mod">
          <ac:chgData name="Tiansheng Wang" userId="26352113-6e83-492f-84ac-f369dd862d7e" providerId="ADAL" clId="{72B8C417-54E2-804C-BCEF-9E650400D90A}" dt="2019-01-12T12:36:30.799" v="1186" actId="1036"/>
          <ac:spMkLst>
            <pc:docMk/>
            <pc:sldMk cId="1968658087" sldId="272"/>
            <ac:spMk id="240" creationId="{4585CBF9-F3C3-5F43-BB54-4F57A11B7148}"/>
          </ac:spMkLst>
        </pc:spChg>
        <pc:spChg chg="add mod">
          <ac:chgData name="Tiansheng Wang" userId="26352113-6e83-492f-84ac-f369dd862d7e" providerId="ADAL" clId="{72B8C417-54E2-804C-BCEF-9E650400D90A}" dt="2019-01-12T12:36:04.746" v="1156" actId="1036"/>
          <ac:spMkLst>
            <pc:docMk/>
            <pc:sldMk cId="1968658087" sldId="272"/>
            <ac:spMk id="242" creationId="{C4B1B9DE-B5E3-E241-9E62-64F437D11EF5}"/>
          </ac:spMkLst>
        </pc:spChg>
        <pc:spChg chg="add mod">
          <ac:chgData name="Tiansheng Wang" userId="26352113-6e83-492f-84ac-f369dd862d7e" providerId="ADAL" clId="{72B8C417-54E2-804C-BCEF-9E650400D90A}" dt="2019-01-12T12:36:04.746" v="1156" actId="1036"/>
          <ac:spMkLst>
            <pc:docMk/>
            <pc:sldMk cId="1968658087" sldId="272"/>
            <ac:spMk id="245" creationId="{BB264129-FD82-6548-8FD0-BB0E973CBBE7}"/>
          </ac:spMkLst>
        </pc:spChg>
        <pc:spChg chg="add mod">
          <ac:chgData name="Tiansheng Wang" userId="26352113-6e83-492f-84ac-f369dd862d7e" providerId="ADAL" clId="{72B8C417-54E2-804C-BCEF-9E650400D90A}" dt="2019-01-12T12:36:04.746" v="1156" actId="1036"/>
          <ac:spMkLst>
            <pc:docMk/>
            <pc:sldMk cId="1968658087" sldId="272"/>
            <ac:spMk id="246" creationId="{7B093EF8-7E92-FB4C-BE32-F647694C347E}"/>
          </ac:spMkLst>
        </pc:spChg>
        <pc:spChg chg="add mod">
          <ac:chgData name="Tiansheng Wang" userId="26352113-6e83-492f-84ac-f369dd862d7e" providerId="ADAL" clId="{72B8C417-54E2-804C-BCEF-9E650400D90A}" dt="2019-01-12T12:36:04.746" v="1156" actId="1036"/>
          <ac:spMkLst>
            <pc:docMk/>
            <pc:sldMk cId="1968658087" sldId="272"/>
            <ac:spMk id="247" creationId="{06EDE8E5-9637-7449-A9BE-9D00EA77C435}"/>
          </ac:spMkLst>
        </pc:spChg>
        <pc:spChg chg="add mod">
          <ac:chgData name="Tiansheng Wang" userId="26352113-6e83-492f-84ac-f369dd862d7e" providerId="ADAL" clId="{72B8C417-54E2-804C-BCEF-9E650400D90A}" dt="2019-01-12T12:36:04.746" v="1156" actId="1036"/>
          <ac:spMkLst>
            <pc:docMk/>
            <pc:sldMk cId="1968658087" sldId="272"/>
            <ac:spMk id="249" creationId="{9C80CD03-6D4D-774F-AB55-E1B4E20FCE19}"/>
          </ac:spMkLst>
        </pc:spChg>
        <pc:spChg chg="add del mod">
          <ac:chgData name="Tiansheng Wang" userId="26352113-6e83-492f-84ac-f369dd862d7e" providerId="ADAL" clId="{72B8C417-54E2-804C-BCEF-9E650400D90A}" dt="2019-01-12T12:29:01.461" v="1034" actId="478"/>
          <ac:spMkLst>
            <pc:docMk/>
            <pc:sldMk cId="1968658087" sldId="272"/>
            <ac:spMk id="250" creationId="{01A03ECB-80AF-AD4C-890B-E74F9A81C0A6}"/>
          </ac:spMkLst>
        </pc:spChg>
        <pc:spChg chg="add del mod">
          <ac:chgData name="Tiansheng Wang" userId="26352113-6e83-492f-84ac-f369dd862d7e" providerId="ADAL" clId="{72B8C417-54E2-804C-BCEF-9E650400D90A}" dt="2019-01-12T12:29:04.532" v="1035" actId="478"/>
          <ac:spMkLst>
            <pc:docMk/>
            <pc:sldMk cId="1968658087" sldId="272"/>
            <ac:spMk id="251" creationId="{CDAD0A4F-2F45-7143-AB35-C5976DC052BE}"/>
          </ac:spMkLst>
        </pc:spChg>
        <pc:spChg chg="add mod">
          <ac:chgData name="Tiansheng Wang" userId="26352113-6e83-492f-84ac-f369dd862d7e" providerId="ADAL" clId="{72B8C417-54E2-804C-BCEF-9E650400D90A}" dt="2019-01-12T12:36:04.746" v="1156" actId="1036"/>
          <ac:spMkLst>
            <pc:docMk/>
            <pc:sldMk cId="1968658087" sldId="272"/>
            <ac:spMk id="252" creationId="{27A60C3D-8EB9-144D-9575-5377417B772A}"/>
          </ac:spMkLst>
        </pc:spChg>
        <pc:spChg chg="add del mod">
          <ac:chgData name="Tiansheng Wang" userId="26352113-6e83-492f-84ac-f369dd862d7e" providerId="ADAL" clId="{72B8C417-54E2-804C-BCEF-9E650400D90A}" dt="2019-01-12T12:35:18.097" v="1134" actId="478"/>
          <ac:spMkLst>
            <pc:docMk/>
            <pc:sldMk cId="1968658087" sldId="272"/>
            <ac:spMk id="253" creationId="{090E734B-E43A-F44F-A8AC-D3660E2A7A9D}"/>
          </ac:spMkLst>
        </pc:spChg>
        <pc:spChg chg="add del mod">
          <ac:chgData name="Tiansheng Wang" userId="26352113-6e83-492f-84ac-f369dd862d7e" providerId="ADAL" clId="{72B8C417-54E2-804C-BCEF-9E650400D90A}" dt="2019-01-12T12:35:18.097" v="1134" actId="478"/>
          <ac:spMkLst>
            <pc:docMk/>
            <pc:sldMk cId="1968658087" sldId="272"/>
            <ac:spMk id="254" creationId="{E9D413D4-AD18-AF41-9608-A2AE5FF5964B}"/>
          </ac:spMkLst>
        </pc:spChg>
        <pc:spChg chg="add mod">
          <ac:chgData name="Tiansheng Wang" userId="26352113-6e83-492f-84ac-f369dd862d7e" providerId="ADAL" clId="{72B8C417-54E2-804C-BCEF-9E650400D90A}" dt="2019-01-12T12:36:04.746" v="1156" actId="1036"/>
          <ac:spMkLst>
            <pc:docMk/>
            <pc:sldMk cId="1968658087" sldId="272"/>
            <ac:spMk id="255" creationId="{EA47C2AC-DFE2-B246-81D4-714BB33177EC}"/>
          </ac:spMkLst>
        </pc:spChg>
        <pc:spChg chg="add mod">
          <ac:chgData name="Tiansheng Wang" userId="26352113-6e83-492f-84ac-f369dd862d7e" providerId="ADAL" clId="{72B8C417-54E2-804C-BCEF-9E650400D90A}" dt="2019-01-12T12:36:04.746" v="1156" actId="1036"/>
          <ac:spMkLst>
            <pc:docMk/>
            <pc:sldMk cId="1968658087" sldId="272"/>
            <ac:spMk id="256" creationId="{29AB2F46-66C0-C245-B173-07705561CE12}"/>
          </ac:spMkLst>
        </pc:spChg>
        <pc:spChg chg="add mod">
          <ac:chgData name="Tiansheng Wang" userId="26352113-6e83-492f-84ac-f369dd862d7e" providerId="ADAL" clId="{72B8C417-54E2-804C-BCEF-9E650400D90A}" dt="2019-01-12T12:36:04.746" v="1156" actId="1036"/>
          <ac:spMkLst>
            <pc:docMk/>
            <pc:sldMk cId="1968658087" sldId="272"/>
            <ac:spMk id="257" creationId="{BF3E5CF9-EC7C-3B4B-B356-3EBDBF91EDB6}"/>
          </ac:spMkLst>
        </pc:spChg>
        <pc:spChg chg="add mod">
          <ac:chgData name="Tiansheng Wang" userId="26352113-6e83-492f-84ac-f369dd862d7e" providerId="ADAL" clId="{72B8C417-54E2-804C-BCEF-9E650400D90A}" dt="2019-01-12T12:40:52.742" v="1187" actId="1076"/>
          <ac:spMkLst>
            <pc:docMk/>
            <pc:sldMk cId="1968658087" sldId="272"/>
            <ac:spMk id="258" creationId="{D6474786-999B-274F-90F2-8BE65396A78F}"/>
          </ac:spMkLst>
        </pc:spChg>
        <pc:spChg chg="add mod">
          <ac:chgData name="Tiansheng Wang" userId="26352113-6e83-492f-84ac-f369dd862d7e" providerId="ADAL" clId="{72B8C417-54E2-804C-BCEF-9E650400D90A}" dt="2019-01-12T12:36:04.746" v="1156" actId="1036"/>
          <ac:spMkLst>
            <pc:docMk/>
            <pc:sldMk cId="1968658087" sldId="272"/>
            <ac:spMk id="260" creationId="{21900A52-C953-BC47-B9E7-B06A5AABBFFB}"/>
          </ac:spMkLst>
        </pc:spChg>
        <pc:spChg chg="add mod">
          <ac:chgData name="Tiansheng Wang" userId="26352113-6e83-492f-84ac-f369dd862d7e" providerId="ADAL" clId="{72B8C417-54E2-804C-BCEF-9E650400D90A}" dt="2019-01-12T12:36:04.746" v="1156" actId="1036"/>
          <ac:spMkLst>
            <pc:docMk/>
            <pc:sldMk cId="1968658087" sldId="272"/>
            <ac:spMk id="261" creationId="{B4936BD0-AA22-7D4F-8FA4-45F59095B671}"/>
          </ac:spMkLst>
        </pc:spChg>
        <pc:spChg chg="add mod">
          <ac:chgData name="Tiansheng Wang" userId="26352113-6e83-492f-84ac-f369dd862d7e" providerId="ADAL" clId="{72B8C417-54E2-804C-BCEF-9E650400D90A}" dt="2019-01-12T12:29:33.499" v="1037" actId="1076"/>
          <ac:spMkLst>
            <pc:docMk/>
            <pc:sldMk cId="1968658087" sldId="272"/>
            <ac:spMk id="263" creationId="{88394A4F-5B7F-9145-A367-2E30728BDE56}"/>
          </ac:spMkLst>
        </pc:spChg>
        <pc:spChg chg="add mod">
          <ac:chgData name="Tiansheng Wang" userId="26352113-6e83-492f-84ac-f369dd862d7e" providerId="ADAL" clId="{72B8C417-54E2-804C-BCEF-9E650400D90A}" dt="2019-01-12T12:29:33.499" v="1037" actId="1076"/>
          <ac:spMkLst>
            <pc:docMk/>
            <pc:sldMk cId="1968658087" sldId="272"/>
            <ac:spMk id="266" creationId="{23F68A52-BC92-6549-AF5E-DBC1CD8DDE21}"/>
          </ac:spMkLst>
        </pc:spChg>
        <pc:spChg chg="add mod">
          <ac:chgData name="Tiansheng Wang" userId="26352113-6e83-492f-84ac-f369dd862d7e" providerId="ADAL" clId="{72B8C417-54E2-804C-BCEF-9E650400D90A}" dt="2019-01-12T12:31:31.439" v="1068" actId="14100"/>
          <ac:spMkLst>
            <pc:docMk/>
            <pc:sldMk cId="1968658087" sldId="272"/>
            <ac:spMk id="267" creationId="{3DACA067-0409-9542-A4CD-F2514C30407E}"/>
          </ac:spMkLst>
        </pc:spChg>
        <pc:spChg chg="add del mod">
          <ac:chgData name="Tiansheng Wang" userId="26352113-6e83-492f-84ac-f369dd862d7e" providerId="ADAL" clId="{72B8C417-54E2-804C-BCEF-9E650400D90A}" dt="2019-01-12T12:31:17.784" v="1065" actId="478"/>
          <ac:spMkLst>
            <pc:docMk/>
            <pc:sldMk cId="1968658087" sldId="272"/>
            <ac:spMk id="268" creationId="{797E908B-6683-7447-A3EE-6F64DBFFCA19}"/>
          </ac:spMkLst>
        </pc:spChg>
        <pc:spChg chg="add mod">
          <ac:chgData name="Tiansheng Wang" userId="26352113-6e83-492f-84ac-f369dd862d7e" providerId="ADAL" clId="{72B8C417-54E2-804C-BCEF-9E650400D90A}" dt="2019-01-12T12:32:46.637" v="1091" actId="1076"/>
          <ac:spMkLst>
            <pc:docMk/>
            <pc:sldMk cId="1968658087" sldId="272"/>
            <ac:spMk id="270" creationId="{AC61EA87-56C4-464D-BE7A-36929427CC32}"/>
          </ac:spMkLst>
        </pc:spChg>
        <pc:spChg chg="add mod">
          <ac:chgData name="Tiansheng Wang" userId="26352113-6e83-492f-84ac-f369dd862d7e" providerId="ADAL" clId="{72B8C417-54E2-804C-BCEF-9E650400D90A}" dt="2019-01-12T12:32:46.637" v="1091" actId="1076"/>
          <ac:spMkLst>
            <pc:docMk/>
            <pc:sldMk cId="1968658087" sldId="272"/>
            <ac:spMk id="271" creationId="{35FEDBDA-53B3-C645-8D82-D98445FD9885}"/>
          </ac:spMkLst>
        </pc:spChg>
        <pc:spChg chg="add del mod">
          <ac:chgData name="Tiansheng Wang" userId="26352113-6e83-492f-84ac-f369dd862d7e" providerId="ADAL" clId="{72B8C417-54E2-804C-BCEF-9E650400D90A}" dt="2019-01-12T12:35:21.235" v="1135" actId="478"/>
          <ac:spMkLst>
            <pc:docMk/>
            <pc:sldMk cId="1968658087" sldId="272"/>
            <ac:spMk id="272" creationId="{CB06DA82-1B09-8342-AEC1-18D92BEB21A7}"/>
          </ac:spMkLst>
        </pc:spChg>
        <pc:spChg chg="add del mod">
          <ac:chgData name="Tiansheng Wang" userId="26352113-6e83-492f-84ac-f369dd862d7e" providerId="ADAL" clId="{72B8C417-54E2-804C-BCEF-9E650400D90A}" dt="2019-01-12T12:35:21.235" v="1135" actId="478"/>
          <ac:spMkLst>
            <pc:docMk/>
            <pc:sldMk cId="1968658087" sldId="272"/>
            <ac:spMk id="273" creationId="{E245F3AF-B2B0-B249-A89D-BAEF1B5EA6F0}"/>
          </ac:spMkLst>
        </pc:spChg>
        <pc:spChg chg="add mod">
          <ac:chgData name="Tiansheng Wang" userId="26352113-6e83-492f-84ac-f369dd862d7e" providerId="ADAL" clId="{72B8C417-54E2-804C-BCEF-9E650400D90A}" dt="2019-01-12T12:29:35.395" v="1039" actId="20577"/>
          <ac:spMkLst>
            <pc:docMk/>
            <pc:sldMk cId="1968658087" sldId="272"/>
            <ac:spMk id="274" creationId="{266478B9-D16D-1548-80EA-5736F9482A95}"/>
          </ac:spMkLst>
        </pc:spChg>
        <pc:spChg chg="add del mod">
          <ac:chgData name="Tiansheng Wang" userId="26352113-6e83-492f-84ac-f369dd862d7e" providerId="ADAL" clId="{72B8C417-54E2-804C-BCEF-9E650400D90A}" dt="2019-01-12T12:31:38.418" v="1069" actId="478"/>
          <ac:spMkLst>
            <pc:docMk/>
            <pc:sldMk cId="1968658087" sldId="272"/>
            <ac:spMk id="275" creationId="{BC3FF4ED-1ADD-0B4D-82C4-691940858356}"/>
          </ac:spMkLst>
        </pc:spChg>
        <pc:spChg chg="add mod">
          <ac:chgData name="Tiansheng Wang" userId="26352113-6e83-492f-84ac-f369dd862d7e" providerId="ADAL" clId="{72B8C417-54E2-804C-BCEF-9E650400D90A}" dt="2019-01-12T12:32:46.637" v="1091" actId="1076"/>
          <ac:spMkLst>
            <pc:docMk/>
            <pc:sldMk cId="1968658087" sldId="272"/>
            <ac:spMk id="276" creationId="{485CC7F7-11C2-0744-BAFC-817C87996CE8}"/>
          </ac:spMkLst>
        </pc:spChg>
        <pc:spChg chg="add mod">
          <ac:chgData name="Tiansheng Wang" userId="26352113-6e83-492f-84ac-f369dd862d7e" providerId="ADAL" clId="{72B8C417-54E2-804C-BCEF-9E650400D90A}" dt="2019-01-12T12:29:33.499" v="1037" actId="1076"/>
          <ac:spMkLst>
            <pc:docMk/>
            <pc:sldMk cId="1968658087" sldId="272"/>
            <ac:spMk id="277" creationId="{409B0139-428F-C548-B492-44E524F0027B}"/>
          </ac:spMkLst>
        </pc:spChg>
        <pc:spChg chg="add mod">
          <ac:chgData name="Tiansheng Wang" userId="26352113-6e83-492f-84ac-f369dd862d7e" providerId="ADAL" clId="{72B8C417-54E2-804C-BCEF-9E650400D90A}" dt="2019-01-12T12:29:33.499" v="1037" actId="1076"/>
          <ac:spMkLst>
            <pc:docMk/>
            <pc:sldMk cId="1968658087" sldId="272"/>
            <ac:spMk id="279" creationId="{F57564D3-FCE5-2D40-99EC-F6C07D752EDE}"/>
          </ac:spMkLst>
        </pc:spChg>
        <pc:spChg chg="add mod">
          <ac:chgData name="Tiansheng Wang" userId="26352113-6e83-492f-84ac-f369dd862d7e" providerId="ADAL" clId="{72B8C417-54E2-804C-BCEF-9E650400D90A}" dt="2019-01-12T12:32:25.835" v="1077" actId="1076"/>
          <ac:spMkLst>
            <pc:docMk/>
            <pc:sldMk cId="1968658087" sldId="272"/>
            <ac:spMk id="280" creationId="{65580CCA-1B0D-2C4A-9060-9ED5AF7954D0}"/>
          </ac:spMkLst>
        </pc:spChg>
        <pc:spChg chg="add del mod">
          <ac:chgData name="Tiansheng Wang" userId="26352113-6e83-492f-84ac-f369dd862d7e" providerId="ADAL" clId="{72B8C417-54E2-804C-BCEF-9E650400D90A}" dt="2019-01-12T12:31:15.534" v="1064" actId="478"/>
          <ac:spMkLst>
            <pc:docMk/>
            <pc:sldMk cId="1968658087" sldId="272"/>
            <ac:spMk id="281" creationId="{616C8EF3-00B8-AF45-ADB8-AA0EEDAE76B2}"/>
          </ac:spMkLst>
        </pc:spChg>
        <pc:spChg chg="add mod">
          <ac:chgData name="Tiansheng Wang" userId="26352113-6e83-492f-84ac-f369dd862d7e" providerId="ADAL" clId="{72B8C417-54E2-804C-BCEF-9E650400D90A}" dt="2019-01-12T12:32:04.594" v="1072" actId="1076"/>
          <ac:spMkLst>
            <pc:docMk/>
            <pc:sldMk cId="1968658087" sldId="272"/>
            <ac:spMk id="282" creationId="{8724B09A-4AA7-5449-8F47-EE05603A5D5F}"/>
          </ac:spMkLst>
        </pc:spChg>
        <pc:spChg chg="add del mod">
          <ac:chgData name="Tiansheng Wang" userId="26352113-6e83-492f-84ac-f369dd862d7e" providerId="ADAL" clId="{72B8C417-54E2-804C-BCEF-9E650400D90A}" dt="2019-01-12T12:32:07.759" v="1073" actId="478"/>
          <ac:spMkLst>
            <pc:docMk/>
            <pc:sldMk cId="1968658087" sldId="272"/>
            <ac:spMk id="283" creationId="{13064538-3E52-0643-AFA2-F02DF759BCCB}"/>
          </ac:spMkLst>
        </pc:spChg>
        <pc:spChg chg="add del mod">
          <ac:chgData name="Tiansheng Wang" userId="26352113-6e83-492f-84ac-f369dd862d7e" providerId="ADAL" clId="{72B8C417-54E2-804C-BCEF-9E650400D90A}" dt="2019-01-12T12:32:09.469" v="1074" actId="478"/>
          <ac:spMkLst>
            <pc:docMk/>
            <pc:sldMk cId="1968658087" sldId="272"/>
            <ac:spMk id="284" creationId="{5D3A7EEC-F36F-9246-856F-7B15CF98901B}"/>
          </ac:spMkLst>
        </pc:spChg>
        <pc:spChg chg="add mod">
          <ac:chgData name="Tiansheng Wang" userId="26352113-6e83-492f-84ac-f369dd862d7e" providerId="ADAL" clId="{72B8C417-54E2-804C-BCEF-9E650400D90A}" dt="2019-01-12T12:32:38.103" v="1090" actId="20577"/>
          <ac:spMkLst>
            <pc:docMk/>
            <pc:sldMk cId="1968658087" sldId="272"/>
            <ac:spMk id="285" creationId="{F4D21D18-882A-F34B-A6F2-4D22E2F7C857}"/>
          </ac:spMkLst>
        </pc:spChg>
        <pc:spChg chg="add mod">
          <ac:chgData name="Tiansheng Wang" userId="26352113-6e83-492f-84ac-f369dd862d7e" providerId="ADAL" clId="{72B8C417-54E2-804C-BCEF-9E650400D90A}" dt="2019-01-12T12:33:02.084" v="1094" actId="1076"/>
          <ac:spMkLst>
            <pc:docMk/>
            <pc:sldMk cId="1968658087" sldId="272"/>
            <ac:spMk id="286" creationId="{48435C3A-E506-144A-BD41-D34A84841871}"/>
          </ac:spMkLst>
        </pc:spChg>
        <pc:spChg chg="add mod">
          <ac:chgData name="Tiansheng Wang" userId="26352113-6e83-492f-84ac-f369dd862d7e" providerId="ADAL" clId="{72B8C417-54E2-804C-BCEF-9E650400D90A}" dt="2019-01-12T12:33:02.084" v="1094" actId="1076"/>
          <ac:spMkLst>
            <pc:docMk/>
            <pc:sldMk cId="1968658087" sldId="272"/>
            <ac:spMk id="287" creationId="{0611D047-BD86-E542-8D5E-7404BD135F57}"/>
          </ac:spMkLst>
        </pc:spChg>
        <pc:spChg chg="add mod">
          <ac:chgData name="Tiansheng Wang" userId="26352113-6e83-492f-84ac-f369dd862d7e" providerId="ADAL" clId="{72B8C417-54E2-804C-BCEF-9E650400D90A}" dt="2019-01-12T12:33:06.500" v="1103" actId="6549"/>
          <ac:spMkLst>
            <pc:docMk/>
            <pc:sldMk cId="1968658087" sldId="272"/>
            <ac:spMk id="288" creationId="{960FAE0B-B5D5-CE47-8B73-42214A4CFCC2}"/>
          </ac:spMkLst>
        </pc:spChg>
        <pc:cxnChg chg="mod">
          <ac:chgData name="Tiansheng Wang" userId="26352113-6e83-492f-84ac-f369dd862d7e" providerId="ADAL" clId="{72B8C417-54E2-804C-BCEF-9E650400D90A}" dt="2019-01-12T12:13:41.099" v="761" actId="1035"/>
          <ac:cxnSpMkLst>
            <pc:docMk/>
            <pc:sldMk cId="1968658087" sldId="272"/>
            <ac:cxnSpMk id="6" creationId="{00000000-0000-0000-0000-000000000000}"/>
          </ac:cxnSpMkLst>
        </pc:cxnChg>
        <pc:cxnChg chg="mod">
          <ac:chgData name="Tiansheng Wang" userId="26352113-6e83-492f-84ac-f369dd862d7e" providerId="ADAL" clId="{72B8C417-54E2-804C-BCEF-9E650400D90A}" dt="2019-01-12T12:13:41.099" v="761" actId="1035"/>
          <ac:cxnSpMkLst>
            <pc:docMk/>
            <pc:sldMk cId="1968658087" sldId="272"/>
            <ac:cxnSpMk id="13" creationId="{00000000-0000-0000-0000-000000000000}"/>
          </ac:cxnSpMkLst>
        </pc:cxnChg>
        <pc:cxnChg chg="del mod">
          <ac:chgData name="Tiansheng Wang" userId="26352113-6e83-492f-84ac-f369dd862d7e" providerId="ADAL" clId="{72B8C417-54E2-804C-BCEF-9E650400D90A}" dt="2019-01-12T11:53:11" v="321" actId="478"/>
          <ac:cxnSpMkLst>
            <pc:docMk/>
            <pc:sldMk cId="1968658087" sldId="272"/>
            <ac:cxnSpMk id="25" creationId="{00000000-0000-0000-0000-000000000000}"/>
          </ac:cxnSpMkLst>
        </pc:cxnChg>
        <pc:cxnChg chg="mod">
          <ac:chgData name="Tiansheng Wang" userId="26352113-6e83-492f-84ac-f369dd862d7e" providerId="ADAL" clId="{72B8C417-54E2-804C-BCEF-9E650400D90A}" dt="2019-01-12T12:13:51.509" v="763" actId="14100"/>
          <ac:cxnSpMkLst>
            <pc:docMk/>
            <pc:sldMk cId="1968658087" sldId="272"/>
            <ac:cxnSpMk id="31" creationId="{00000000-0000-0000-0000-000000000000}"/>
          </ac:cxnSpMkLst>
        </pc:cxnChg>
        <pc:cxnChg chg="del mod">
          <ac:chgData name="Tiansheng Wang" userId="26352113-6e83-492f-84ac-f369dd862d7e" providerId="ADAL" clId="{72B8C417-54E2-804C-BCEF-9E650400D90A}" dt="2019-01-12T11:52:37.665" v="316" actId="478"/>
          <ac:cxnSpMkLst>
            <pc:docMk/>
            <pc:sldMk cId="1968658087" sldId="272"/>
            <ac:cxnSpMk id="33" creationId="{00000000-0000-0000-0000-000000000000}"/>
          </ac:cxnSpMkLst>
        </pc:cxnChg>
        <pc:cxnChg chg="add mod">
          <ac:chgData name="Tiansheng Wang" userId="26352113-6e83-492f-84ac-f369dd862d7e" providerId="ADAL" clId="{72B8C417-54E2-804C-BCEF-9E650400D90A}" dt="2019-01-12T12:22:35.613" v="905" actId="1035"/>
          <ac:cxnSpMkLst>
            <pc:docMk/>
            <pc:sldMk cId="1968658087" sldId="272"/>
            <ac:cxnSpMk id="39" creationId="{27925B84-40A7-2A4C-8B63-2FAA882EE81C}"/>
          </ac:cxnSpMkLst>
        </pc:cxnChg>
        <pc:cxnChg chg="del">
          <ac:chgData name="Tiansheng Wang" userId="26352113-6e83-492f-84ac-f369dd862d7e" providerId="ADAL" clId="{72B8C417-54E2-804C-BCEF-9E650400D90A}" dt="2019-01-12T04:19:55.518" v="254" actId="478"/>
          <ac:cxnSpMkLst>
            <pc:docMk/>
            <pc:sldMk cId="1968658087" sldId="272"/>
            <ac:cxnSpMk id="45" creationId="{00000000-0000-0000-0000-000000000000}"/>
          </ac:cxnSpMkLst>
        </pc:cxnChg>
        <pc:cxnChg chg="del mod">
          <ac:chgData name="Tiansheng Wang" userId="26352113-6e83-492f-84ac-f369dd862d7e" providerId="ADAL" clId="{72B8C417-54E2-804C-BCEF-9E650400D90A}" dt="2019-01-12T04:55:54.923" v="286" actId="478"/>
          <ac:cxnSpMkLst>
            <pc:docMk/>
            <pc:sldMk cId="1968658087" sldId="272"/>
            <ac:cxnSpMk id="48" creationId="{00000000-0000-0000-0000-000000000000}"/>
          </ac:cxnSpMkLst>
        </pc:cxnChg>
        <pc:cxnChg chg="add del">
          <ac:chgData name="Tiansheng Wang" userId="26352113-6e83-492f-84ac-f369dd862d7e" providerId="ADAL" clId="{72B8C417-54E2-804C-BCEF-9E650400D90A}" dt="2019-01-12T12:06:36.559" v="639"/>
          <ac:cxnSpMkLst>
            <pc:docMk/>
            <pc:sldMk cId="1968658087" sldId="272"/>
            <ac:cxnSpMk id="48" creationId="{E0A8CC61-8FDD-2148-AA92-FB8B8BB7A541}"/>
          </ac:cxnSpMkLst>
        </pc:cxnChg>
        <pc:cxnChg chg="add mod">
          <ac:chgData name="Tiansheng Wang" userId="26352113-6e83-492f-84ac-f369dd862d7e" providerId="ADAL" clId="{72B8C417-54E2-804C-BCEF-9E650400D90A}" dt="2019-01-12T12:13:41.099" v="761" actId="1035"/>
          <ac:cxnSpMkLst>
            <pc:docMk/>
            <pc:sldMk cId="1968658087" sldId="272"/>
            <ac:cxnSpMk id="53" creationId="{86A7D207-7580-4347-9BCF-24D68E6BA481}"/>
          </ac:cxnSpMkLst>
        </pc:cxnChg>
        <pc:cxnChg chg="add del">
          <ac:chgData name="Tiansheng Wang" userId="26352113-6e83-492f-84ac-f369dd862d7e" providerId="ADAL" clId="{72B8C417-54E2-804C-BCEF-9E650400D90A}" dt="2019-01-12T12:06:36.559" v="639"/>
          <ac:cxnSpMkLst>
            <pc:docMk/>
            <pc:sldMk cId="1968658087" sldId="272"/>
            <ac:cxnSpMk id="55" creationId="{267DC545-CF13-8D48-9F3A-4FA6B1189CAF}"/>
          </ac:cxnSpMkLst>
        </pc:cxnChg>
        <pc:cxnChg chg="del mod">
          <ac:chgData name="Tiansheng Wang" userId="26352113-6e83-492f-84ac-f369dd862d7e" providerId="ADAL" clId="{72B8C417-54E2-804C-BCEF-9E650400D90A}" dt="2019-01-12T12:04:08.598" v="573" actId="478"/>
          <ac:cxnSpMkLst>
            <pc:docMk/>
            <pc:sldMk cId="1968658087" sldId="272"/>
            <ac:cxnSpMk id="58" creationId="{00000000-0000-0000-0000-000000000000}"/>
          </ac:cxnSpMkLst>
        </pc:cxnChg>
        <pc:cxnChg chg="del mod">
          <ac:chgData name="Tiansheng Wang" userId="26352113-6e83-492f-84ac-f369dd862d7e" providerId="ADAL" clId="{72B8C417-54E2-804C-BCEF-9E650400D90A}" dt="2019-01-12T12:04:14.256" v="575" actId="478"/>
          <ac:cxnSpMkLst>
            <pc:docMk/>
            <pc:sldMk cId="1968658087" sldId="272"/>
            <ac:cxnSpMk id="59" creationId="{00000000-0000-0000-0000-000000000000}"/>
          </ac:cxnSpMkLst>
        </pc:cxnChg>
        <pc:cxnChg chg="add del">
          <ac:chgData name="Tiansheng Wang" userId="26352113-6e83-492f-84ac-f369dd862d7e" providerId="ADAL" clId="{72B8C417-54E2-804C-BCEF-9E650400D90A}" dt="2019-01-12T12:06:36.559" v="639"/>
          <ac:cxnSpMkLst>
            <pc:docMk/>
            <pc:sldMk cId="1968658087" sldId="272"/>
            <ac:cxnSpMk id="61" creationId="{62AFD38D-16BE-0D42-B77D-50749E3497F0}"/>
          </ac:cxnSpMkLst>
        </pc:cxnChg>
        <pc:cxnChg chg="add del mod">
          <ac:chgData name="Tiansheng Wang" userId="26352113-6e83-492f-84ac-f369dd862d7e" providerId="ADAL" clId="{72B8C417-54E2-804C-BCEF-9E650400D90A}" dt="2019-01-12T04:56:53.381" v="299" actId="478"/>
          <ac:cxnSpMkLst>
            <pc:docMk/>
            <pc:sldMk cId="1968658087" sldId="272"/>
            <ac:cxnSpMk id="63" creationId="{459E48DE-443F-5D42-A56F-34C37E26BD81}"/>
          </ac:cxnSpMkLst>
        </pc:cxnChg>
        <pc:cxnChg chg="add del mod">
          <ac:chgData name="Tiansheng Wang" userId="26352113-6e83-492f-84ac-f369dd862d7e" providerId="ADAL" clId="{72B8C417-54E2-804C-BCEF-9E650400D90A}" dt="2019-01-12T11:53:07.614" v="319" actId="478"/>
          <ac:cxnSpMkLst>
            <pc:docMk/>
            <pc:sldMk cId="1968658087" sldId="272"/>
            <ac:cxnSpMk id="64" creationId="{BC2458A0-C5AA-2343-BE7E-2C844CEBB9ED}"/>
          </ac:cxnSpMkLst>
        </pc:cxnChg>
        <pc:cxnChg chg="add del">
          <ac:chgData name="Tiansheng Wang" userId="26352113-6e83-492f-84ac-f369dd862d7e" providerId="ADAL" clId="{72B8C417-54E2-804C-BCEF-9E650400D90A}" dt="2019-01-12T12:06:36.559" v="639"/>
          <ac:cxnSpMkLst>
            <pc:docMk/>
            <pc:sldMk cId="1968658087" sldId="272"/>
            <ac:cxnSpMk id="71" creationId="{D9B1268A-A372-2E46-9D00-49091933A7B4}"/>
          </ac:cxnSpMkLst>
        </pc:cxnChg>
        <pc:cxnChg chg="add del">
          <ac:chgData name="Tiansheng Wang" userId="26352113-6e83-492f-84ac-f369dd862d7e" providerId="ADAL" clId="{72B8C417-54E2-804C-BCEF-9E650400D90A}" dt="2019-01-12T12:06:36.559" v="639"/>
          <ac:cxnSpMkLst>
            <pc:docMk/>
            <pc:sldMk cId="1968658087" sldId="272"/>
            <ac:cxnSpMk id="78" creationId="{585A0EDE-D57B-5C4B-813B-246829CEEAD7}"/>
          </ac:cxnSpMkLst>
        </pc:cxnChg>
        <pc:cxnChg chg="add del mod">
          <ac:chgData name="Tiansheng Wang" userId="26352113-6e83-492f-84ac-f369dd862d7e" providerId="ADAL" clId="{72B8C417-54E2-804C-BCEF-9E650400D90A}" dt="2019-01-12T12:15:19.167" v="789" actId="478"/>
          <ac:cxnSpMkLst>
            <pc:docMk/>
            <pc:sldMk cId="1968658087" sldId="272"/>
            <ac:cxnSpMk id="81" creationId="{4C003043-15A1-3B49-A874-8BD51D3607DB}"/>
          </ac:cxnSpMkLst>
        </pc:cxnChg>
        <pc:cxnChg chg="add del mod">
          <ac:chgData name="Tiansheng Wang" userId="26352113-6e83-492f-84ac-f369dd862d7e" providerId="ADAL" clId="{72B8C417-54E2-804C-BCEF-9E650400D90A}" dt="2019-01-12T12:15:19.167" v="789" actId="478"/>
          <ac:cxnSpMkLst>
            <pc:docMk/>
            <pc:sldMk cId="1968658087" sldId="272"/>
            <ac:cxnSpMk id="83" creationId="{FDE27A8D-78FB-4046-BC3C-E14E3E13DA0E}"/>
          </ac:cxnSpMkLst>
        </pc:cxnChg>
        <pc:cxnChg chg="add del mod">
          <ac:chgData name="Tiansheng Wang" userId="26352113-6e83-492f-84ac-f369dd862d7e" providerId="ADAL" clId="{72B8C417-54E2-804C-BCEF-9E650400D90A}" dt="2019-01-12T12:15:19.167" v="789" actId="478"/>
          <ac:cxnSpMkLst>
            <pc:docMk/>
            <pc:sldMk cId="1968658087" sldId="272"/>
            <ac:cxnSpMk id="84" creationId="{B619FE9D-3E67-4144-97F2-2ACFFE1BE4F4}"/>
          </ac:cxnSpMkLst>
        </pc:cxnChg>
        <pc:cxnChg chg="add del mod">
          <ac:chgData name="Tiansheng Wang" userId="26352113-6e83-492f-84ac-f369dd862d7e" providerId="ADAL" clId="{72B8C417-54E2-804C-BCEF-9E650400D90A}" dt="2019-01-12T12:15:19.167" v="789" actId="478"/>
          <ac:cxnSpMkLst>
            <pc:docMk/>
            <pc:sldMk cId="1968658087" sldId="272"/>
            <ac:cxnSpMk id="92" creationId="{01718111-A8E5-4E47-85CA-B67FE1CC493A}"/>
          </ac:cxnSpMkLst>
        </pc:cxnChg>
        <pc:cxnChg chg="add del mod">
          <ac:chgData name="Tiansheng Wang" userId="26352113-6e83-492f-84ac-f369dd862d7e" providerId="ADAL" clId="{72B8C417-54E2-804C-BCEF-9E650400D90A}" dt="2019-01-12T12:15:19.167" v="789" actId="478"/>
          <ac:cxnSpMkLst>
            <pc:docMk/>
            <pc:sldMk cId="1968658087" sldId="272"/>
            <ac:cxnSpMk id="99" creationId="{872C8890-2CCF-7442-88EC-A3AFD65AF1C2}"/>
          </ac:cxnSpMkLst>
        </pc:cxnChg>
        <pc:cxnChg chg="add del mod">
          <ac:chgData name="Tiansheng Wang" userId="26352113-6e83-492f-84ac-f369dd862d7e" providerId="ADAL" clId="{72B8C417-54E2-804C-BCEF-9E650400D90A}" dt="2019-01-12T12:14:50.590" v="783" actId="478"/>
          <ac:cxnSpMkLst>
            <pc:docMk/>
            <pc:sldMk cId="1968658087" sldId="272"/>
            <ac:cxnSpMk id="106" creationId="{707D9E52-3CBF-3043-98C4-20108136AE9E}"/>
          </ac:cxnSpMkLst>
        </pc:cxnChg>
        <pc:cxnChg chg="add del mod">
          <ac:chgData name="Tiansheng Wang" userId="26352113-6e83-492f-84ac-f369dd862d7e" providerId="ADAL" clId="{72B8C417-54E2-804C-BCEF-9E650400D90A}" dt="2019-01-12T12:14:50.590" v="783" actId="478"/>
          <ac:cxnSpMkLst>
            <pc:docMk/>
            <pc:sldMk cId="1968658087" sldId="272"/>
            <ac:cxnSpMk id="108" creationId="{127739B2-19E9-B64A-892E-C0F899735CCC}"/>
          </ac:cxnSpMkLst>
        </pc:cxnChg>
        <pc:cxnChg chg="add del mod">
          <ac:chgData name="Tiansheng Wang" userId="26352113-6e83-492f-84ac-f369dd862d7e" providerId="ADAL" clId="{72B8C417-54E2-804C-BCEF-9E650400D90A}" dt="2019-01-12T12:14:50.590" v="783" actId="478"/>
          <ac:cxnSpMkLst>
            <pc:docMk/>
            <pc:sldMk cId="1968658087" sldId="272"/>
            <ac:cxnSpMk id="109" creationId="{643E72F1-1E3C-E941-90FA-74753C83AD4F}"/>
          </ac:cxnSpMkLst>
        </pc:cxnChg>
        <pc:cxnChg chg="add del mod">
          <ac:chgData name="Tiansheng Wang" userId="26352113-6e83-492f-84ac-f369dd862d7e" providerId="ADAL" clId="{72B8C417-54E2-804C-BCEF-9E650400D90A}" dt="2019-01-12T12:14:50.590" v="783" actId="478"/>
          <ac:cxnSpMkLst>
            <pc:docMk/>
            <pc:sldMk cId="1968658087" sldId="272"/>
            <ac:cxnSpMk id="116" creationId="{BF15E602-FB21-E543-AC36-6B920CB3F1C3}"/>
          </ac:cxnSpMkLst>
        </pc:cxnChg>
        <pc:cxnChg chg="add del mod">
          <ac:chgData name="Tiansheng Wang" userId="26352113-6e83-492f-84ac-f369dd862d7e" providerId="ADAL" clId="{72B8C417-54E2-804C-BCEF-9E650400D90A}" dt="2019-01-12T12:14:50.590" v="783" actId="478"/>
          <ac:cxnSpMkLst>
            <pc:docMk/>
            <pc:sldMk cId="1968658087" sldId="272"/>
            <ac:cxnSpMk id="123" creationId="{1C37E3E1-209F-B74D-9B72-0311D59A1272}"/>
          </ac:cxnSpMkLst>
        </pc:cxnChg>
        <pc:cxnChg chg="add mod">
          <ac:chgData name="Tiansheng Wang" userId="26352113-6e83-492f-84ac-f369dd862d7e" providerId="ADAL" clId="{72B8C417-54E2-804C-BCEF-9E650400D90A}" dt="2019-01-12T12:26:02.421" v="999" actId="1036"/>
          <ac:cxnSpMkLst>
            <pc:docMk/>
            <pc:sldMk cId="1968658087" sldId="272"/>
            <ac:cxnSpMk id="130" creationId="{0BE9AC5F-DC4C-7045-B3CB-628545E75B8D}"/>
          </ac:cxnSpMkLst>
        </pc:cxnChg>
        <pc:cxnChg chg="add mod">
          <ac:chgData name="Tiansheng Wang" userId="26352113-6e83-492f-84ac-f369dd862d7e" providerId="ADAL" clId="{72B8C417-54E2-804C-BCEF-9E650400D90A}" dt="2019-01-12T12:26:02.421" v="999" actId="1036"/>
          <ac:cxnSpMkLst>
            <pc:docMk/>
            <pc:sldMk cId="1968658087" sldId="272"/>
            <ac:cxnSpMk id="132" creationId="{CB4C2D6C-5424-9745-AC4F-1E5FF5ACDED9}"/>
          </ac:cxnSpMkLst>
        </pc:cxnChg>
        <pc:cxnChg chg="add mod">
          <ac:chgData name="Tiansheng Wang" userId="26352113-6e83-492f-84ac-f369dd862d7e" providerId="ADAL" clId="{72B8C417-54E2-804C-BCEF-9E650400D90A}" dt="2019-01-12T12:26:15.690" v="1002" actId="14100"/>
          <ac:cxnSpMkLst>
            <pc:docMk/>
            <pc:sldMk cId="1968658087" sldId="272"/>
            <ac:cxnSpMk id="133" creationId="{F103B6A6-C706-0D42-A62F-D73C39916EB3}"/>
          </ac:cxnSpMkLst>
        </pc:cxnChg>
        <pc:cxnChg chg="add mod">
          <ac:chgData name="Tiansheng Wang" userId="26352113-6e83-492f-84ac-f369dd862d7e" providerId="ADAL" clId="{72B8C417-54E2-804C-BCEF-9E650400D90A}" dt="2019-01-12T12:26:02.421" v="999" actId="1036"/>
          <ac:cxnSpMkLst>
            <pc:docMk/>
            <pc:sldMk cId="1968658087" sldId="272"/>
            <ac:cxnSpMk id="141" creationId="{28ACA36B-55D3-8F47-8A18-928E780DC4E4}"/>
          </ac:cxnSpMkLst>
        </pc:cxnChg>
        <pc:cxnChg chg="add del mod">
          <ac:chgData name="Tiansheng Wang" userId="26352113-6e83-492f-84ac-f369dd862d7e" providerId="ADAL" clId="{72B8C417-54E2-804C-BCEF-9E650400D90A}" dt="2019-01-12T12:22:15.461" v="904" actId="478"/>
          <ac:cxnSpMkLst>
            <pc:docMk/>
            <pc:sldMk cId="1968658087" sldId="272"/>
            <ac:cxnSpMk id="148" creationId="{80B84A00-37FC-3A47-9808-C769D90183AF}"/>
          </ac:cxnSpMkLst>
        </pc:cxnChg>
        <pc:cxnChg chg="add del mod">
          <ac:chgData name="Tiansheng Wang" userId="26352113-6e83-492f-84ac-f369dd862d7e" providerId="ADAL" clId="{72B8C417-54E2-804C-BCEF-9E650400D90A}" dt="2019-01-12T12:21:46.065" v="898" actId="478"/>
          <ac:cxnSpMkLst>
            <pc:docMk/>
            <pc:sldMk cId="1968658087" sldId="272"/>
            <ac:cxnSpMk id="153" creationId="{7FE2939F-3EDF-9E4F-A17B-CABDE69A0938}"/>
          </ac:cxnSpMkLst>
        </pc:cxnChg>
        <pc:cxnChg chg="add del mod">
          <ac:chgData name="Tiansheng Wang" userId="26352113-6e83-492f-84ac-f369dd862d7e" providerId="ADAL" clId="{72B8C417-54E2-804C-BCEF-9E650400D90A}" dt="2019-01-12T12:21:46.065" v="898" actId="478"/>
          <ac:cxnSpMkLst>
            <pc:docMk/>
            <pc:sldMk cId="1968658087" sldId="272"/>
            <ac:cxnSpMk id="155" creationId="{3CC050F6-7F1B-A54C-8B39-4364CC2A36BD}"/>
          </ac:cxnSpMkLst>
        </pc:cxnChg>
        <pc:cxnChg chg="add del mod">
          <ac:chgData name="Tiansheng Wang" userId="26352113-6e83-492f-84ac-f369dd862d7e" providerId="ADAL" clId="{72B8C417-54E2-804C-BCEF-9E650400D90A}" dt="2019-01-12T12:21:46.065" v="898" actId="478"/>
          <ac:cxnSpMkLst>
            <pc:docMk/>
            <pc:sldMk cId="1968658087" sldId="272"/>
            <ac:cxnSpMk id="156" creationId="{793913CB-4A33-4345-A7A6-0F08F4D34F22}"/>
          </ac:cxnSpMkLst>
        </pc:cxnChg>
        <pc:cxnChg chg="add del mod">
          <ac:chgData name="Tiansheng Wang" userId="26352113-6e83-492f-84ac-f369dd862d7e" providerId="ADAL" clId="{72B8C417-54E2-804C-BCEF-9E650400D90A}" dt="2019-01-12T12:21:46.065" v="898" actId="478"/>
          <ac:cxnSpMkLst>
            <pc:docMk/>
            <pc:sldMk cId="1968658087" sldId="272"/>
            <ac:cxnSpMk id="162" creationId="{7B13C20E-CFB8-8D48-88AB-D7F76868BC0C}"/>
          </ac:cxnSpMkLst>
        </pc:cxnChg>
        <pc:cxnChg chg="add del mod">
          <ac:chgData name="Tiansheng Wang" userId="26352113-6e83-492f-84ac-f369dd862d7e" providerId="ADAL" clId="{72B8C417-54E2-804C-BCEF-9E650400D90A}" dt="2019-01-12T12:21:46.065" v="898" actId="478"/>
          <ac:cxnSpMkLst>
            <pc:docMk/>
            <pc:sldMk cId="1968658087" sldId="272"/>
            <ac:cxnSpMk id="169" creationId="{282A7C49-27C8-5C4F-A18D-751F1381CE38}"/>
          </ac:cxnSpMkLst>
        </pc:cxnChg>
        <pc:cxnChg chg="add del mod">
          <ac:chgData name="Tiansheng Wang" userId="26352113-6e83-492f-84ac-f369dd862d7e" providerId="ADAL" clId="{72B8C417-54E2-804C-BCEF-9E650400D90A}" dt="2019-01-12T12:21:46.065" v="898" actId="478"/>
          <ac:cxnSpMkLst>
            <pc:docMk/>
            <pc:sldMk cId="1968658087" sldId="272"/>
            <ac:cxnSpMk id="176" creationId="{47787F0B-2D09-024B-82CE-D8FBD349491E}"/>
          </ac:cxnSpMkLst>
        </pc:cxnChg>
        <pc:cxnChg chg="add del mod">
          <ac:chgData name="Tiansheng Wang" userId="26352113-6e83-492f-84ac-f369dd862d7e" providerId="ADAL" clId="{72B8C417-54E2-804C-BCEF-9E650400D90A}" dt="2019-01-12T12:21:46.065" v="898" actId="478"/>
          <ac:cxnSpMkLst>
            <pc:docMk/>
            <pc:sldMk cId="1968658087" sldId="272"/>
            <ac:cxnSpMk id="178" creationId="{BE897273-7B08-E949-9C70-9A4548CE8626}"/>
          </ac:cxnSpMkLst>
        </pc:cxnChg>
        <pc:cxnChg chg="add del mod">
          <ac:chgData name="Tiansheng Wang" userId="26352113-6e83-492f-84ac-f369dd862d7e" providerId="ADAL" clId="{72B8C417-54E2-804C-BCEF-9E650400D90A}" dt="2019-01-12T12:21:46.065" v="898" actId="478"/>
          <ac:cxnSpMkLst>
            <pc:docMk/>
            <pc:sldMk cId="1968658087" sldId="272"/>
            <ac:cxnSpMk id="179" creationId="{BC7C6739-34EC-3240-AE94-04CC6F6CB357}"/>
          </ac:cxnSpMkLst>
        </pc:cxnChg>
        <pc:cxnChg chg="add del mod">
          <ac:chgData name="Tiansheng Wang" userId="26352113-6e83-492f-84ac-f369dd862d7e" providerId="ADAL" clId="{72B8C417-54E2-804C-BCEF-9E650400D90A}" dt="2019-01-12T12:21:46.065" v="898" actId="478"/>
          <ac:cxnSpMkLst>
            <pc:docMk/>
            <pc:sldMk cId="1968658087" sldId="272"/>
            <ac:cxnSpMk id="183" creationId="{22E0CB0E-109F-4A45-9307-3F93E85AE5A6}"/>
          </ac:cxnSpMkLst>
        </pc:cxnChg>
        <pc:cxnChg chg="add del mod">
          <ac:chgData name="Tiansheng Wang" userId="26352113-6e83-492f-84ac-f369dd862d7e" providerId="ADAL" clId="{72B8C417-54E2-804C-BCEF-9E650400D90A}" dt="2019-01-12T12:21:46.065" v="898" actId="478"/>
          <ac:cxnSpMkLst>
            <pc:docMk/>
            <pc:sldMk cId="1968658087" sldId="272"/>
            <ac:cxnSpMk id="190" creationId="{5D9F227A-38CF-1E4D-9017-561785C8A332}"/>
          </ac:cxnSpMkLst>
        </pc:cxnChg>
        <pc:cxnChg chg="add del mod">
          <ac:chgData name="Tiansheng Wang" userId="26352113-6e83-492f-84ac-f369dd862d7e" providerId="ADAL" clId="{72B8C417-54E2-804C-BCEF-9E650400D90A}" dt="2019-01-12T12:21:38.408" v="895"/>
          <ac:cxnSpMkLst>
            <pc:docMk/>
            <pc:sldMk cId="1968658087" sldId="272"/>
            <ac:cxnSpMk id="196" creationId="{1DDE2B8A-5747-F247-B458-6EAE404CD6CD}"/>
          </ac:cxnSpMkLst>
        </pc:cxnChg>
        <pc:cxnChg chg="add del mod">
          <ac:chgData name="Tiansheng Wang" userId="26352113-6e83-492f-84ac-f369dd862d7e" providerId="ADAL" clId="{72B8C417-54E2-804C-BCEF-9E650400D90A}" dt="2019-01-12T12:21:38.408" v="895"/>
          <ac:cxnSpMkLst>
            <pc:docMk/>
            <pc:sldMk cId="1968658087" sldId="272"/>
            <ac:cxnSpMk id="198" creationId="{787B1C0B-D873-B344-A9BC-72B7DE91BD27}"/>
          </ac:cxnSpMkLst>
        </pc:cxnChg>
        <pc:cxnChg chg="add del mod">
          <ac:chgData name="Tiansheng Wang" userId="26352113-6e83-492f-84ac-f369dd862d7e" providerId="ADAL" clId="{72B8C417-54E2-804C-BCEF-9E650400D90A}" dt="2019-01-12T12:21:38.408" v="895"/>
          <ac:cxnSpMkLst>
            <pc:docMk/>
            <pc:sldMk cId="1968658087" sldId="272"/>
            <ac:cxnSpMk id="199" creationId="{BD7E1579-2CBF-5F41-8B2D-0BEA91EC3D19}"/>
          </ac:cxnSpMkLst>
        </pc:cxnChg>
        <pc:cxnChg chg="add del mod">
          <ac:chgData name="Tiansheng Wang" userId="26352113-6e83-492f-84ac-f369dd862d7e" providerId="ADAL" clId="{72B8C417-54E2-804C-BCEF-9E650400D90A}" dt="2019-01-12T12:21:38.408" v="895"/>
          <ac:cxnSpMkLst>
            <pc:docMk/>
            <pc:sldMk cId="1968658087" sldId="272"/>
            <ac:cxnSpMk id="203" creationId="{0F135ECF-8802-3F4E-8B34-8792F54433C1}"/>
          </ac:cxnSpMkLst>
        </pc:cxnChg>
        <pc:cxnChg chg="add del mod">
          <ac:chgData name="Tiansheng Wang" userId="26352113-6e83-492f-84ac-f369dd862d7e" providerId="ADAL" clId="{72B8C417-54E2-804C-BCEF-9E650400D90A}" dt="2019-01-12T12:21:38.408" v="895"/>
          <ac:cxnSpMkLst>
            <pc:docMk/>
            <pc:sldMk cId="1968658087" sldId="272"/>
            <ac:cxnSpMk id="208" creationId="{D4DDED77-8AC3-6740-BE4E-5231A3602C7C}"/>
          </ac:cxnSpMkLst>
        </pc:cxnChg>
        <pc:cxnChg chg="add mod">
          <ac:chgData name="Tiansheng Wang" userId="26352113-6e83-492f-84ac-f369dd862d7e" providerId="ADAL" clId="{72B8C417-54E2-804C-BCEF-9E650400D90A}" dt="2019-01-12T12:26:02.421" v="999" actId="1036"/>
          <ac:cxnSpMkLst>
            <pc:docMk/>
            <pc:sldMk cId="1968658087" sldId="272"/>
            <ac:cxnSpMk id="215" creationId="{004E99BC-ED9C-B342-AA42-5C51AC7BB536}"/>
          </ac:cxnSpMkLst>
        </pc:cxnChg>
        <pc:cxnChg chg="add mod">
          <ac:chgData name="Tiansheng Wang" userId="26352113-6e83-492f-84ac-f369dd862d7e" providerId="ADAL" clId="{72B8C417-54E2-804C-BCEF-9E650400D90A}" dt="2019-01-12T12:36:30.799" v="1186" actId="1036"/>
          <ac:cxnSpMkLst>
            <pc:docMk/>
            <pc:sldMk cId="1968658087" sldId="272"/>
            <ac:cxnSpMk id="216" creationId="{CB8950E6-2D85-4643-B3C6-80E86DA9411D}"/>
          </ac:cxnSpMkLst>
        </pc:cxnChg>
        <pc:cxnChg chg="add mod">
          <ac:chgData name="Tiansheng Wang" userId="26352113-6e83-492f-84ac-f369dd862d7e" providerId="ADAL" clId="{72B8C417-54E2-804C-BCEF-9E650400D90A}" dt="2019-01-12T12:36:30.799" v="1186" actId="1036"/>
          <ac:cxnSpMkLst>
            <pc:docMk/>
            <pc:sldMk cId="1968658087" sldId="272"/>
            <ac:cxnSpMk id="218" creationId="{876A6589-E78D-0241-BFB0-BC7CA205B029}"/>
          </ac:cxnSpMkLst>
        </pc:cxnChg>
        <pc:cxnChg chg="add mod">
          <ac:chgData name="Tiansheng Wang" userId="26352113-6e83-492f-84ac-f369dd862d7e" providerId="ADAL" clId="{72B8C417-54E2-804C-BCEF-9E650400D90A}" dt="2019-01-12T12:36:30.799" v="1186" actId="1036"/>
          <ac:cxnSpMkLst>
            <pc:docMk/>
            <pc:sldMk cId="1968658087" sldId="272"/>
            <ac:cxnSpMk id="219" creationId="{9E77736C-B038-8241-8982-34F439A2A9F9}"/>
          </ac:cxnSpMkLst>
        </pc:cxnChg>
        <pc:cxnChg chg="add mod">
          <ac:chgData name="Tiansheng Wang" userId="26352113-6e83-492f-84ac-f369dd862d7e" providerId="ADAL" clId="{72B8C417-54E2-804C-BCEF-9E650400D90A}" dt="2019-01-12T12:36:30.799" v="1186" actId="1036"/>
          <ac:cxnSpMkLst>
            <pc:docMk/>
            <pc:sldMk cId="1968658087" sldId="272"/>
            <ac:cxnSpMk id="225" creationId="{1818C72C-F633-9641-A5DA-3A733ECBD4EA}"/>
          </ac:cxnSpMkLst>
        </pc:cxnChg>
        <pc:cxnChg chg="add mod">
          <ac:chgData name="Tiansheng Wang" userId="26352113-6e83-492f-84ac-f369dd862d7e" providerId="ADAL" clId="{72B8C417-54E2-804C-BCEF-9E650400D90A}" dt="2019-01-12T12:36:30.799" v="1186" actId="1036"/>
          <ac:cxnSpMkLst>
            <pc:docMk/>
            <pc:sldMk cId="1968658087" sldId="272"/>
            <ac:cxnSpMk id="237" creationId="{47AE6696-DA45-7947-B970-06FE62E840F1}"/>
          </ac:cxnSpMkLst>
        </pc:cxnChg>
        <pc:cxnChg chg="add mod">
          <ac:chgData name="Tiansheng Wang" userId="26352113-6e83-492f-84ac-f369dd862d7e" providerId="ADAL" clId="{72B8C417-54E2-804C-BCEF-9E650400D90A}" dt="2019-01-12T12:36:04.746" v="1156" actId="1036"/>
          <ac:cxnSpMkLst>
            <pc:docMk/>
            <pc:sldMk cId="1968658087" sldId="272"/>
            <ac:cxnSpMk id="241" creationId="{32EB8890-B90F-0841-8357-D3021309BD59}"/>
          </ac:cxnSpMkLst>
        </pc:cxnChg>
        <pc:cxnChg chg="add mod">
          <ac:chgData name="Tiansheng Wang" userId="26352113-6e83-492f-84ac-f369dd862d7e" providerId="ADAL" clId="{72B8C417-54E2-804C-BCEF-9E650400D90A}" dt="2019-01-12T12:36:04.746" v="1156" actId="1036"/>
          <ac:cxnSpMkLst>
            <pc:docMk/>
            <pc:sldMk cId="1968658087" sldId="272"/>
            <ac:cxnSpMk id="243" creationId="{178F54F4-BE2D-5D49-9FF1-A22531C8D88B}"/>
          </ac:cxnSpMkLst>
        </pc:cxnChg>
        <pc:cxnChg chg="add mod">
          <ac:chgData name="Tiansheng Wang" userId="26352113-6e83-492f-84ac-f369dd862d7e" providerId="ADAL" clId="{72B8C417-54E2-804C-BCEF-9E650400D90A}" dt="2019-01-12T12:36:04.746" v="1156" actId="1036"/>
          <ac:cxnSpMkLst>
            <pc:docMk/>
            <pc:sldMk cId="1968658087" sldId="272"/>
            <ac:cxnSpMk id="244" creationId="{39A59B6E-1A96-1D4D-8FDC-8DFA8437F089}"/>
          </ac:cxnSpMkLst>
        </pc:cxnChg>
        <pc:cxnChg chg="add mod">
          <ac:chgData name="Tiansheng Wang" userId="26352113-6e83-492f-84ac-f369dd862d7e" providerId="ADAL" clId="{72B8C417-54E2-804C-BCEF-9E650400D90A}" dt="2019-01-12T12:36:04.746" v="1156" actId="1036"/>
          <ac:cxnSpMkLst>
            <pc:docMk/>
            <pc:sldMk cId="1968658087" sldId="272"/>
            <ac:cxnSpMk id="248" creationId="{4904E96E-6B4E-7744-91CE-C7FCCD772B37}"/>
          </ac:cxnSpMkLst>
        </pc:cxnChg>
        <pc:cxnChg chg="add mod">
          <ac:chgData name="Tiansheng Wang" userId="26352113-6e83-492f-84ac-f369dd862d7e" providerId="ADAL" clId="{72B8C417-54E2-804C-BCEF-9E650400D90A}" dt="2019-01-12T12:36:04.746" v="1156" actId="1036"/>
          <ac:cxnSpMkLst>
            <pc:docMk/>
            <pc:sldMk cId="1968658087" sldId="272"/>
            <ac:cxnSpMk id="259" creationId="{AF7F768D-4991-E447-ACDC-207AB238956B}"/>
          </ac:cxnSpMkLst>
        </pc:cxnChg>
        <pc:cxnChg chg="add mod">
          <ac:chgData name="Tiansheng Wang" userId="26352113-6e83-492f-84ac-f369dd862d7e" providerId="ADAL" clId="{72B8C417-54E2-804C-BCEF-9E650400D90A}" dt="2019-01-12T12:29:33.499" v="1037" actId="1076"/>
          <ac:cxnSpMkLst>
            <pc:docMk/>
            <pc:sldMk cId="1968658087" sldId="272"/>
            <ac:cxnSpMk id="262" creationId="{3BE4903B-4CA5-C148-8B1A-A7C702C6B723}"/>
          </ac:cxnSpMkLst>
        </pc:cxnChg>
        <pc:cxnChg chg="add mod">
          <ac:chgData name="Tiansheng Wang" userId="26352113-6e83-492f-84ac-f369dd862d7e" providerId="ADAL" clId="{72B8C417-54E2-804C-BCEF-9E650400D90A}" dt="2019-01-12T12:29:33.499" v="1037" actId="1076"/>
          <ac:cxnSpMkLst>
            <pc:docMk/>
            <pc:sldMk cId="1968658087" sldId="272"/>
            <ac:cxnSpMk id="264" creationId="{9E81E2F4-364C-8341-B4FC-16324173DE28}"/>
          </ac:cxnSpMkLst>
        </pc:cxnChg>
        <pc:cxnChg chg="add mod">
          <ac:chgData name="Tiansheng Wang" userId="26352113-6e83-492f-84ac-f369dd862d7e" providerId="ADAL" clId="{72B8C417-54E2-804C-BCEF-9E650400D90A}" dt="2019-01-12T12:29:33.499" v="1037" actId="1076"/>
          <ac:cxnSpMkLst>
            <pc:docMk/>
            <pc:sldMk cId="1968658087" sldId="272"/>
            <ac:cxnSpMk id="265" creationId="{EF41851F-CE11-504A-9A73-AC5B5C7B21F2}"/>
          </ac:cxnSpMkLst>
        </pc:cxnChg>
        <pc:cxnChg chg="add del mod">
          <ac:chgData name="Tiansheng Wang" userId="26352113-6e83-492f-84ac-f369dd862d7e" providerId="ADAL" clId="{72B8C417-54E2-804C-BCEF-9E650400D90A}" dt="2019-01-12T12:31:03.800" v="1062" actId="478"/>
          <ac:cxnSpMkLst>
            <pc:docMk/>
            <pc:sldMk cId="1968658087" sldId="272"/>
            <ac:cxnSpMk id="269" creationId="{180261D5-51F5-9E44-8642-C944DCD3C7A8}"/>
          </ac:cxnSpMkLst>
        </pc:cxnChg>
        <pc:cxnChg chg="add mod">
          <ac:chgData name="Tiansheng Wang" userId="26352113-6e83-492f-84ac-f369dd862d7e" providerId="ADAL" clId="{72B8C417-54E2-804C-BCEF-9E650400D90A}" dt="2019-01-12T12:29:33.499" v="1037" actId="1076"/>
          <ac:cxnSpMkLst>
            <pc:docMk/>
            <pc:sldMk cId="1968658087" sldId="272"/>
            <ac:cxnSpMk id="278" creationId="{59F407F5-1DAA-0440-B33B-27F21428BE5F}"/>
          </ac:cxnSpMkLst>
        </pc:cxnChg>
      </pc:sldChg>
    </pc:docChg>
  </pc:docChgLst>
  <pc:docChgLst>
    <pc:chgData name="Tiansheng Wang" userId="26352113-6e83-492f-84ac-f369dd862d7e" providerId="ADAL" clId="{CD3E5995-C37F-924B-B38F-1AF52E372B25}"/>
    <pc:docChg chg="undo addSld modSld">
      <pc:chgData name="Tiansheng Wang" userId="26352113-6e83-492f-84ac-f369dd862d7e" providerId="ADAL" clId="{CD3E5995-C37F-924B-B38F-1AF52E372B25}" dt="2019-07-02T19:53:59.661" v="91" actId="1035"/>
      <pc:docMkLst>
        <pc:docMk/>
      </pc:docMkLst>
      <pc:sldChg chg="addSp delSp modSp add">
        <pc:chgData name="Tiansheng Wang" userId="26352113-6e83-492f-84ac-f369dd862d7e" providerId="ADAL" clId="{CD3E5995-C37F-924B-B38F-1AF52E372B25}" dt="2019-07-02T19:53:59.661" v="91" actId="1035"/>
        <pc:sldMkLst>
          <pc:docMk/>
          <pc:sldMk cId="2351663629" sldId="277"/>
        </pc:sldMkLst>
        <pc:spChg chg="add del mod">
          <ac:chgData name="Tiansheng Wang" userId="26352113-6e83-492f-84ac-f369dd862d7e" providerId="ADAL" clId="{CD3E5995-C37F-924B-B38F-1AF52E372B25}" dt="2019-07-02T19:53:09.476" v="69"/>
          <ac:spMkLst>
            <pc:docMk/>
            <pc:sldMk cId="2351663629" sldId="277"/>
            <ac:spMk id="4" creationId="{EFE92F2B-9862-F643-9523-DC75C48D0CE3}"/>
          </ac:spMkLst>
        </pc:spChg>
        <pc:spChg chg="add mod">
          <ac:chgData name="Tiansheng Wang" userId="26352113-6e83-492f-84ac-f369dd862d7e" providerId="ADAL" clId="{CD3E5995-C37F-924B-B38F-1AF52E372B25}" dt="2019-07-02T19:51:10.062" v="53" actId="1076"/>
          <ac:spMkLst>
            <pc:docMk/>
            <pc:sldMk cId="2351663629" sldId="277"/>
            <ac:spMk id="23" creationId="{F087ABA1-38EC-DF4A-875E-A6C5CF542AFF}"/>
          </ac:spMkLst>
        </pc:spChg>
        <pc:spChg chg="mod">
          <ac:chgData name="Tiansheng Wang" userId="26352113-6e83-492f-84ac-f369dd862d7e" providerId="ADAL" clId="{CD3E5995-C37F-924B-B38F-1AF52E372B25}" dt="2019-07-02T19:51:16.701" v="54" actId="1076"/>
          <ac:spMkLst>
            <pc:docMk/>
            <pc:sldMk cId="2351663629" sldId="277"/>
            <ac:spMk id="24" creationId="{00000000-0000-0000-0000-000000000000}"/>
          </ac:spMkLst>
        </pc:spChg>
        <pc:spChg chg="add mod">
          <ac:chgData name="Tiansheng Wang" userId="26352113-6e83-492f-84ac-f369dd862d7e" providerId="ADAL" clId="{CD3E5995-C37F-924B-B38F-1AF52E372B25}" dt="2019-07-02T19:51:06.251" v="52" actId="1076"/>
          <ac:spMkLst>
            <pc:docMk/>
            <pc:sldMk cId="2351663629" sldId="277"/>
            <ac:spMk id="25" creationId="{AC2973AA-5E19-7B43-9B2B-5022317A5FB9}"/>
          </ac:spMkLst>
        </pc:spChg>
        <pc:spChg chg="add mod">
          <ac:chgData name="Tiansheng Wang" userId="26352113-6e83-492f-84ac-f369dd862d7e" providerId="ADAL" clId="{CD3E5995-C37F-924B-B38F-1AF52E372B25}" dt="2019-07-02T19:48:34.011" v="27" actId="20577"/>
          <ac:spMkLst>
            <pc:docMk/>
            <pc:sldMk cId="2351663629" sldId="277"/>
            <ac:spMk id="26" creationId="{0A792FED-AA4A-B349-870A-3B8B56BEFDEF}"/>
          </ac:spMkLst>
        </pc:spChg>
        <pc:spChg chg="add mod">
          <ac:chgData name="Tiansheng Wang" userId="26352113-6e83-492f-84ac-f369dd862d7e" providerId="ADAL" clId="{CD3E5995-C37F-924B-B38F-1AF52E372B25}" dt="2019-07-02T19:52:30.302" v="60" actId="1076"/>
          <ac:spMkLst>
            <pc:docMk/>
            <pc:sldMk cId="2351663629" sldId="277"/>
            <ac:spMk id="27" creationId="{33A5EE07-AA4D-3F4A-9591-A8FCAC743163}"/>
          </ac:spMkLst>
        </pc:spChg>
        <pc:spChg chg="add mod">
          <ac:chgData name="Tiansheng Wang" userId="26352113-6e83-492f-84ac-f369dd862d7e" providerId="ADAL" clId="{CD3E5995-C37F-924B-B38F-1AF52E372B25}" dt="2019-07-02T19:53:52.577" v="89" actId="1076"/>
          <ac:spMkLst>
            <pc:docMk/>
            <pc:sldMk cId="2351663629" sldId="277"/>
            <ac:spMk id="29" creationId="{7CE9CADD-26CB-BF48-8C03-016862F1119D}"/>
          </ac:spMkLst>
        </pc:spChg>
        <pc:spChg chg="add mod">
          <ac:chgData name="Tiansheng Wang" userId="26352113-6e83-492f-84ac-f369dd862d7e" providerId="ADAL" clId="{CD3E5995-C37F-924B-B38F-1AF52E372B25}" dt="2019-07-02T19:53:59.661" v="91" actId="1035"/>
          <ac:spMkLst>
            <pc:docMk/>
            <pc:sldMk cId="2351663629" sldId="277"/>
            <ac:spMk id="35" creationId="{C842E6BC-1C74-FF45-8A66-FE6CA9B868BC}"/>
          </ac:spMkLst>
        </pc:spChg>
        <pc:spChg chg="mod">
          <ac:chgData name="Tiansheng Wang" userId="26352113-6e83-492f-84ac-f369dd862d7e" providerId="ADAL" clId="{CD3E5995-C37F-924B-B38F-1AF52E372B25}" dt="2019-07-02T19:47:06.270" v="5" actId="14100"/>
          <ac:spMkLst>
            <pc:docMk/>
            <pc:sldMk cId="2351663629" sldId="277"/>
            <ac:spMk id="37" creationId="{00000000-0000-0000-0000-000000000000}"/>
          </ac:spMkLst>
        </pc:spChg>
        <pc:spChg chg="add mod">
          <ac:chgData name="Tiansheng Wang" userId="26352113-6e83-492f-84ac-f369dd862d7e" providerId="ADAL" clId="{CD3E5995-C37F-924B-B38F-1AF52E372B25}" dt="2019-07-02T19:53:52.577" v="89" actId="1076"/>
          <ac:spMkLst>
            <pc:docMk/>
            <pc:sldMk cId="2351663629" sldId="277"/>
            <ac:spMk id="39" creationId="{E3073A8E-0C09-2E46-8457-0FD92CEE9E23}"/>
          </ac:spMkLst>
        </pc:spChg>
        <pc:spChg chg="add mod">
          <ac:chgData name="Tiansheng Wang" userId="26352113-6e83-492f-84ac-f369dd862d7e" providerId="ADAL" clId="{CD3E5995-C37F-924B-B38F-1AF52E372B25}" dt="2019-07-02T19:53:52.577" v="89" actId="1076"/>
          <ac:spMkLst>
            <pc:docMk/>
            <pc:sldMk cId="2351663629" sldId="277"/>
            <ac:spMk id="40" creationId="{045279CF-5941-0F49-A41A-64084B774112}"/>
          </ac:spMkLst>
        </pc:spChg>
        <pc:spChg chg="add mod">
          <ac:chgData name="Tiansheng Wang" userId="26352113-6e83-492f-84ac-f369dd862d7e" providerId="ADAL" clId="{CD3E5995-C37F-924B-B38F-1AF52E372B25}" dt="2019-07-02T19:52:48.888" v="64" actId="1076"/>
          <ac:spMkLst>
            <pc:docMk/>
            <pc:sldMk cId="2351663629" sldId="277"/>
            <ac:spMk id="41" creationId="{05718C47-6F03-F340-BA4D-49332124999A}"/>
          </ac:spMkLst>
        </pc:spChg>
        <pc:spChg chg="add mod">
          <ac:chgData name="Tiansheng Wang" userId="26352113-6e83-492f-84ac-f369dd862d7e" providerId="ADAL" clId="{CD3E5995-C37F-924B-B38F-1AF52E372B25}" dt="2019-07-02T19:52:32.720" v="61" actId="1076"/>
          <ac:spMkLst>
            <pc:docMk/>
            <pc:sldMk cId="2351663629" sldId="277"/>
            <ac:spMk id="42" creationId="{2CD609DC-1A5B-E54E-A707-680DB5847879}"/>
          </ac:spMkLst>
        </pc:spChg>
        <pc:spChg chg="add mod">
          <ac:chgData name="Tiansheng Wang" userId="26352113-6e83-492f-84ac-f369dd862d7e" providerId="ADAL" clId="{CD3E5995-C37F-924B-B38F-1AF52E372B25}" dt="2019-07-02T19:52:24.530" v="59" actId="1076"/>
          <ac:spMkLst>
            <pc:docMk/>
            <pc:sldMk cId="2351663629" sldId="277"/>
            <ac:spMk id="43" creationId="{ECBD006E-1B7C-4440-9A8A-12605D917D9D}"/>
          </ac:spMkLst>
        </pc:spChg>
        <pc:spChg chg="mod">
          <ac:chgData name="Tiansheng Wang" userId="26352113-6e83-492f-84ac-f369dd862d7e" providerId="ADAL" clId="{CD3E5995-C37F-924B-B38F-1AF52E372B25}" dt="2019-07-02T19:52:56.190" v="65" actId="1076"/>
          <ac:spMkLst>
            <pc:docMk/>
            <pc:sldMk cId="2351663629" sldId="277"/>
            <ac:spMk id="44" creationId="{00000000-0000-0000-0000-000000000000}"/>
          </ac:spMkLst>
        </pc:spChg>
        <pc:spChg chg="add mod">
          <ac:chgData name="Tiansheng Wang" userId="26352113-6e83-492f-84ac-f369dd862d7e" providerId="ADAL" clId="{CD3E5995-C37F-924B-B38F-1AF52E372B25}" dt="2019-07-02T19:53:47.014" v="88" actId="1036"/>
          <ac:spMkLst>
            <pc:docMk/>
            <pc:sldMk cId="2351663629" sldId="277"/>
            <ac:spMk id="45" creationId="{CC781CA3-583C-FF47-812A-B1E29621B579}"/>
          </ac:spMkLst>
        </pc:spChg>
        <pc:spChg chg="add mod">
          <ac:chgData name="Tiansheng Wang" userId="26352113-6e83-492f-84ac-f369dd862d7e" providerId="ADAL" clId="{CD3E5995-C37F-924B-B38F-1AF52E372B25}" dt="2019-07-02T19:53:47.014" v="88" actId="1036"/>
          <ac:spMkLst>
            <pc:docMk/>
            <pc:sldMk cId="2351663629" sldId="277"/>
            <ac:spMk id="46" creationId="{0155909A-5FF5-D94D-B028-306579EF03D1}"/>
          </ac:spMkLst>
        </pc:spChg>
        <pc:spChg chg="mod">
          <ac:chgData name="Tiansheng Wang" userId="26352113-6e83-492f-84ac-f369dd862d7e" providerId="ADAL" clId="{CD3E5995-C37F-924B-B38F-1AF52E372B25}" dt="2019-07-02T19:47:14.250" v="7" actId="1076"/>
          <ac:spMkLst>
            <pc:docMk/>
            <pc:sldMk cId="2351663629" sldId="277"/>
            <ac:spMk id="49" creationId="{EB03B4AC-0D75-5545-B400-067E95A6FF33}"/>
          </ac:spMkLst>
        </pc:spChg>
        <pc:spChg chg="mod">
          <ac:chgData name="Tiansheng Wang" userId="26352113-6e83-492f-84ac-f369dd862d7e" providerId="ADAL" clId="{CD3E5995-C37F-924B-B38F-1AF52E372B25}" dt="2019-07-02T19:51:16.701" v="54" actId="1076"/>
          <ac:spMkLst>
            <pc:docMk/>
            <pc:sldMk cId="2351663629" sldId="277"/>
            <ac:spMk id="60" creationId="{EB03B4AC-0D75-5545-B400-067E95A6FF33}"/>
          </ac:spMkLst>
        </pc:spChg>
        <pc:spChg chg="mod">
          <ac:chgData name="Tiansheng Wang" userId="26352113-6e83-492f-84ac-f369dd862d7e" providerId="ADAL" clId="{CD3E5995-C37F-924B-B38F-1AF52E372B25}" dt="2019-07-02T19:53:31.302" v="77" actId="1076"/>
          <ac:spMkLst>
            <pc:docMk/>
            <pc:sldMk cId="2351663629" sldId="277"/>
            <ac:spMk id="62" creationId="{DB4F0C70-8E1D-A34E-B0DA-EE467A5AB4C2}"/>
          </ac:spMkLst>
        </pc:spChg>
        <pc:cxnChg chg="add mod">
          <ac:chgData name="Tiansheng Wang" userId="26352113-6e83-492f-84ac-f369dd862d7e" providerId="ADAL" clId="{CD3E5995-C37F-924B-B38F-1AF52E372B25}" dt="2019-07-02T19:52:46.907" v="63" actId="1076"/>
          <ac:cxnSpMkLst>
            <pc:docMk/>
            <pc:sldMk cId="2351663629" sldId="277"/>
            <ac:cxnSpMk id="28" creationId="{E376AE83-D370-7D49-A568-2E18AEF000D6}"/>
          </ac:cxnSpMkLst>
        </pc:cxnChg>
        <pc:cxnChg chg="add mod">
          <ac:chgData name="Tiansheng Wang" userId="26352113-6e83-492f-84ac-f369dd862d7e" providerId="ADAL" clId="{CD3E5995-C37F-924B-B38F-1AF52E372B25}" dt="2019-07-02T19:52:38.205" v="62" actId="14100"/>
          <ac:cxnSpMkLst>
            <pc:docMk/>
            <pc:sldMk cId="2351663629" sldId="277"/>
            <ac:cxnSpMk id="36" creationId="{B94E4BDE-C920-4044-8945-72D2D5113FAF}"/>
          </ac:cxnSpMkLst>
        </pc:cxnChg>
        <pc:cxnChg chg="mod">
          <ac:chgData name="Tiansheng Wang" userId="26352113-6e83-492f-84ac-f369dd862d7e" providerId="ADAL" clId="{CD3E5995-C37F-924B-B38F-1AF52E372B25}" dt="2019-07-02T19:47:09.882" v="6" actId="1076"/>
          <ac:cxnSpMkLst>
            <pc:docMk/>
            <pc:sldMk cId="2351663629" sldId="277"/>
            <ac:cxnSpMk id="38" creationId="{00000000-0000-0000-0000-000000000000}"/>
          </ac:cxnSpMkLst>
        </pc:cxnChg>
        <pc:cxnChg chg="mod">
          <ac:chgData name="Tiansheng Wang" userId="26352113-6e83-492f-84ac-f369dd862d7e" providerId="ADAL" clId="{CD3E5995-C37F-924B-B38F-1AF52E372B25}" dt="2019-07-02T19:53:04.819" v="66" actId="14100"/>
          <ac:cxnSpMkLst>
            <pc:docMk/>
            <pc:sldMk cId="2351663629" sldId="277"/>
            <ac:cxnSpMk id="57" creationId="{00000000-0000-0000-0000-000000000000}"/>
          </ac:cxnSpMkLst>
        </pc:cxnChg>
        <pc:cxnChg chg="mod">
          <ac:chgData name="Tiansheng Wang" userId="26352113-6e83-492f-84ac-f369dd862d7e" providerId="ADAL" clId="{CD3E5995-C37F-924B-B38F-1AF52E372B25}" dt="2019-07-02T19:53:15.945" v="70" actId="1076"/>
          <ac:cxnSpMkLst>
            <pc:docMk/>
            <pc:sldMk cId="2351663629" sldId="277"/>
            <ac:cxnSpMk id="61" creationId="{B9CC9EAB-24E2-714B-944A-E3E6EBFA35A4}"/>
          </ac:cxnSpMkLst>
        </pc:cxnChg>
      </pc:sldChg>
    </pc:docChg>
  </pc:docChgLst>
  <pc:docChgLst>
    <pc:chgData name="Tiansheng Wang" userId="26352113-6e83-492f-84ac-f369dd862d7e" providerId="ADAL" clId="{B4FE426A-C368-1140-8A26-3525BFBCB74C}"/>
    <pc:docChg chg="custSel addSld modSld">
      <pc:chgData name="Tiansheng Wang" userId="26352113-6e83-492f-84ac-f369dd862d7e" providerId="ADAL" clId="{B4FE426A-C368-1140-8A26-3525BFBCB74C}" dt="2019-05-07T00:37:35.258" v="39" actId="478"/>
      <pc:docMkLst>
        <pc:docMk/>
      </pc:docMkLst>
      <pc:sldChg chg="modSp">
        <pc:chgData name="Tiansheng Wang" userId="26352113-6e83-492f-84ac-f369dd862d7e" providerId="ADAL" clId="{B4FE426A-C368-1140-8A26-3525BFBCB74C}" dt="2019-05-05T13:04:32.118" v="5" actId="20577"/>
        <pc:sldMkLst>
          <pc:docMk/>
          <pc:sldMk cId="1288527170" sldId="265"/>
        </pc:sldMkLst>
        <pc:spChg chg="mod">
          <ac:chgData name="Tiansheng Wang" userId="26352113-6e83-492f-84ac-f369dd862d7e" providerId="ADAL" clId="{B4FE426A-C368-1140-8A26-3525BFBCB74C}" dt="2019-05-05T13:04:32.118" v="5" actId="20577"/>
          <ac:spMkLst>
            <pc:docMk/>
            <pc:sldMk cId="1288527170" sldId="265"/>
            <ac:spMk id="39" creationId="{00000000-0000-0000-0000-000000000000}"/>
          </ac:spMkLst>
        </pc:spChg>
        <pc:spChg chg="mod">
          <ac:chgData name="Tiansheng Wang" userId="26352113-6e83-492f-84ac-f369dd862d7e" providerId="ADAL" clId="{B4FE426A-C368-1140-8A26-3525BFBCB74C}" dt="2019-05-05T13:04:29.732" v="3" actId="20577"/>
          <ac:spMkLst>
            <pc:docMk/>
            <pc:sldMk cId="1288527170" sldId="265"/>
            <ac:spMk id="40" creationId="{00000000-0000-0000-0000-000000000000}"/>
          </ac:spMkLst>
        </pc:spChg>
        <pc:spChg chg="mod">
          <ac:chgData name="Tiansheng Wang" userId="26352113-6e83-492f-84ac-f369dd862d7e" providerId="ADAL" clId="{B4FE426A-C368-1140-8A26-3525BFBCB74C}" dt="2019-05-05T13:04:17.557" v="1" actId="20577"/>
          <ac:spMkLst>
            <pc:docMk/>
            <pc:sldMk cId="1288527170" sldId="265"/>
            <ac:spMk id="43" creationId="{00000000-0000-0000-0000-000000000000}"/>
          </ac:spMkLst>
        </pc:spChg>
      </pc:sldChg>
      <pc:sldChg chg="modSp">
        <pc:chgData name="Tiansheng Wang" userId="26352113-6e83-492f-84ac-f369dd862d7e" providerId="ADAL" clId="{B4FE426A-C368-1140-8A26-3525BFBCB74C}" dt="2019-05-05T13:35:37.365" v="15" actId="20577"/>
        <pc:sldMkLst>
          <pc:docMk/>
          <pc:sldMk cId="1968658087" sldId="272"/>
        </pc:sldMkLst>
        <pc:spChg chg="mod">
          <ac:chgData name="Tiansheng Wang" userId="26352113-6e83-492f-84ac-f369dd862d7e" providerId="ADAL" clId="{B4FE426A-C368-1140-8A26-3525BFBCB74C}" dt="2019-05-05T13:35:24.889" v="7" actId="6549"/>
          <ac:spMkLst>
            <pc:docMk/>
            <pc:sldMk cId="1968658087" sldId="272"/>
            <ac:spMk id="32" creationId="{00000000-0000-0000-0000-000000000000}"/>
          </ac:spMkLst>
        </pc:spChg>
        <pc:spChg chg="mod">
          <ac:chgData name="Tiansheng Wang" userId="26352113-6e83-492f-84ac-f369dd862d7e" providerId="ADAL" clId="{B4FE426A-C368-1140-8A26-3525BFBCB74C}" dt="2019-05-05T13:35:28.590" v="9" actId="6549"/>
          <ac:spMkLst>
            <pc:docMk/>
            <pc:sldMk cId="1968658087" sldId="272"/>
            <ac:spMk id="134" creationId="{C50B81C7-6ACA-334B-9E6D-062891EC32E4}"/>
          </ac:spMkLst>
        </pc:spChg>
        <pc:spChg chg="mod">
          <ac:chgData name="Tiansheng Wang" userId="26352113-6e83-492f-84ac-f369dd862d7e" providerId="ADAL" clId="{B4FE426A-C368-1140-8A26-3525BFBCB74C}" dt="2019-05-05T13:35:31.234" v="11" actId="6549"/>
          <ac:spMkLst>
            <pc:docMk/>
            <pc:sldMk cId="1968658087" sldId="272"/>
            <ac:spMk id="238" creationId="{74E91BA8-69F9-BD4D-A99A-A2189D7B4F57}"/>
          </ac:spMkLst>
        </pc:spChg>
        <pc:spChg chg="mod">
          <ac:chgData name="Tiansheng Wang" userId="26352113-6e83-492f-84ac-f369dd862d7e" providerId="ADAL" clId="{B4FE426A-C368-1140-8A26-3525BFBCB74C}" dt="2019-05-05T13:35:33.979" v="13" actId="6549"/>
          <ac:spMkLst>
            <pc:docMk/>
            <pc:sldMk cId="1968658087" sldId="272"/>
            <ac:spMk id="260" creationId="{21900A52-C953-BC47-B9E7-B06A5AABBFFB}"/>
          </ac:spMkLst>
        </pc:spChg>
        <pc:spChg chg="mod">
          <ac:chgData name="Tiansheng Wang" userId="26352113-6e83-492f-84ac-f369dd862d7e" providerId="ADAL" clId="{B4FE426A-C368-1140-8A26-3525BFBCB74C}" dt="2019-05-05T13:35:37.365" v="15" actId="20577"/>
          <ac:spMkLst>
            <pc:docMk/>
            <pc:sldMk cId="1968658087" sldId="272"/>
            <ac:spMk id="279" creationId="{F57564D3-FCE5-2D40-99EC-F6C07D752EDE}"/>
          </ac:spMkLst>
        </pc:spChg>
      </pc:sldChg>
      <pc:sldChg chg="addSp delSp modSp add">
        <pc:chgData name="Tiansheng Wang" userId="26352113-6e83-492f-84ac-f369dd862d7e" providerId="ADAL" clId="{B4FE426A-C368-1140-8A26-3525BFBCB74C}" dt="2019-05-07T00:37:35.258" v="39" actId="478"/>
        <pc:sldMkLst>
          <pc:docMk/>
          <pc:sldMk cId="3600346679" sldId="274"/>
        </pc:sldMkLst>
        <pc:spChg chg="del mod">
          <ac:chgData name="Tiansheng Wang" userId="26352113-6e83-492f-84ac-f369dd862d7e" providerId="ADAL" clId="{B4FE426A-C368-1140-8A26-3525BFBCB74C}" dt="2019-05-07T00:35:58.123" v="28" actId="478"/>
          <ac:spMkLst>
            <pc:docMk/>
            <pc:sldMk cId="3600346679" sldId="274"/>
            <ac:spMk id="8" creationId="{00000000-0000-0000-0000-000000000000}"/>
          </ac:spMkLst>
        </pc:spChg>
        <pc:spChg chg="mod">
          <ac:chgData name="Tiansheng Wang" userId="26352113-6e83-492f-84ac-f369dd862d7e" providerId="ADAL" clId="{B4FE426A-C368-1140-8A26-3525BFBCB74C}" dt="2019-05-07T00:36:13.665" v="30" actId="1076"/>
          <ac:spMkLst>
            <pc:docMk/>
            <pc:sldMk cId="3600346679" sldId="274"/>
            <ac:spMk id="24" creationId="{00000000-0000-0000-0000-000000000000}"/>
          </ac:spMkLst>
        </pc:spChg>
        <pc:spChg chg="mod">
          <ac:chgData name="Tiansheng Wang" userId="26352113-6e83-492f-84ac-f369dd862d7e" providerId="ADAL" clId="{B4FE426A-C368-1140-8A26-3525BFBCB74C}" dt="2019-05-07T00:36:23.926" v="31" actId="1076"/>
          <ac:spMkLst>
            <pc:docMk/>
            <pc:sldMk cId="3600346679" sldId="274"/>
            <ac:spMk id="36" creationId="{00000000-0000-0000-0000-000000000000}"/>
          </ac:spMkLst>
        </pc:spChg>
        <pc:spChg chg="mod">
          <ac:chgData name="Tiansheng Wang" userId="26352113-6e83-492f-84ac-f369dd862d7e" providerId="ADAL" clId="{B4FE426A-C368-1140-8A26-3525BFBCB74C}" dt="2019-05-07T00:36:23.926" v="31" actId="1076"/>
          <ac:spMkLst>
            <pc:docMk/>
            <pc:sldMk cId="3600346679" sldId="274"/>
            <ac:spMk id="38" creationId="{00000000-0000-0000-0000-000000000000}"/>
          </ac:spMkLst>
        </pc:spChg>
        <pc:spChg chg="mod">
          <ac:chgData name="Tiansheng Wang" userId="26352113-6e83-492f-84ac-f369dd862d7e" providerId="ADAL" clId="{B4FE426A-C368-1140-8A26-3525BFBCB74C}" dt="2019-05-07T00:36:29.237" v="32" actId="14100"/>
          <ac:spMkLst>
            <pc:docMk/>
            <pc:sldMk cId="3600346679" sldId="274"/>
            <ac:spMk id="44" creationId="{00000000-0000-0000-0000-000000000000}"/>
          </ac:spMkLst>
        </pc:spChg>
        <pc:spChg chg="mod">
          <ac:chgData name="Tiansheng Wang" userId="26352113-6e83-492f-84ac-f369dd862d7e" providerId="ADAL" clId="{B4FE426A-C368-1140-8A26-3525BFBCB74C}" dt="2019-05-07T00:35:55.242" v="27" actId="20577"/>
          <ac:spMkLst>
            <pc:docMk/>
            <pc:sldMk cId="3600346679" sldId="274"/>
            <ac:spMk id="47" creationId="{DA314A27-A200-D043-B0EC-54D555A038C7}"/>
          </ac:spMkLst>
        </pc:spChg>
        <pc:spChg chg="add del mod">
          <ac:chgData name="Tiansheng Wang" userId="26352113-6e83-492f-84ac-f369dd862d7e" providerId="ADAL" clId="{B4FE426A-C368-1140-8A26-3525BFBCB74C}" dt="2019-05-07T00:37:33.211" v="38" actId="478"/>
          <ac:spMkLst>
            <pc:docMk/>
            <pc:sldMk cId="3600346679" sldId="274"/>
            <ac:spMk id="53" creationId="{76422E7F-CA15-CF46-9A9D-A81F742F7677}"/>
          </ac:spMkLst>
        </pc:spChg>
        <pc:cxnChg chg="mod">
          <ac:chgData name="Tiansheng Wang" userId="26352113-6e83-492f-84ac-f369dd862d7e" providerId="ADAL" clId="{B4FE426A-C368-1140-8A26-3525BFBCB74C}" dt="2019-05-07T00:36:23.926" v="31" actId="1076"/>
          <ac:cxnSpMkLst>
            <pc:docMk/>
            <pc:sldMk cId="3600346679" sldId="274"/>
            <ac:cxnSpMk id="25" creationId="{00000000-0000-0000-0000-000000000000}"/>
          </ac:cxnSpMkLst>
        </pc:cxnChg>
        <pc:cxnChg chg="del">
          <ac:chgData name="Tiansheng Wang" userId="26352113-6e83-492f-84ac-f369dd862d7e" providerId="ADAL" clId="{B4FE426A-C368-1140-8A26-3525BFBCB74C}" dt="2019-05-07T00:36:01.778" v="29" actId="478"/>
          <ac:cxnSpMkLst>
            <pc:docMk/>
            <pc:sldMk cId="3600346679" sldId="274"/>
            <ac:cxnSpMk id="48" creationId="{00000000-0000-0000-0000-000000000000}"/>
          </ac:cxnSpMkLst>
        </pc:cxnChg>
        <pc:cxnChg chg="add del mod">
          <ac:chgData name="Tiansheng Wang" userId="26352113-6e83-492f-84ac-f369dd862d7e" providerId="ADAL" clId="{B4FE426A-C368-1140-8A26-3525BFBCB74C}" dt="2019-05-07T00:37:35.258" v="39" actId="478"/>
          <ac:cxnSpMkLst>
            <pc:docMk/>
            <pc:sldMk cId="3600346679" sldId="274"/>
            <ac:cxnSpMk id="52" creationId="{A3BB74C6-68C6-3045-BFA2-4C68DD36900E}"/>
          </ac:cxnSpMkLst>
        </pc:cxnChg>
      </pc:sldChg>
    </pc:docChg>
  </pc:docChgLst>
  <pc:docChgLst>
    <pc:chgData name="Tiansheng Wang" userId="26352113-6e83-492f-84ac-f369dd862d7e" providerId="ADAL" clId="{13AD1EC4-9C11-574A-B208-06F1C5D37EA3}"/>
    <pc:docChg chg="undo custSel addSld modSld">
      <pc:chgData name="Tiansheng Wang" userId="26352113-6e83-492f-84ac-f369dd862d7e" providerId="ADAL" clId="{13AD1EC4-9C11-574A-B208-06F1C5D37EA3}" dt="2020-03-11T18:14:22.428" v="239" actId="1076"/>
      <pc:docMkLst>
        <pc:docMk/>
      </pc:docMkLst>
      <pc:sldChg chg="addSp delSp modSp add">
        <pc:chgData name="Tiansheng Wang" userId="26352113-6e83-492f-84ac-f369dd862d7e" providerId="ADAL" clId="{13AD1EC4-9C11-574A-B208-06F1C5D37EA3}" dt="2020-03-11T18:14:22.428" v="239" actId="1076"/>
        <pc:sldMkLst>
          <pc:docMk/>
          <pc:sldMk cId="4079145847" sldId="279"/>
        </pc:sldMkLst>
        <pc:spChg chg="mod">
          <ac:chgData name="Tiansheng Wang" userId="26352113-6e83-492f-84ac-f369dd862d7e" providerId="ADAL" clId="{13AD1EC4-9C11-574A-B208-06F1C5D37EA3}" dt="2020-03-11T18:14:22.428" v="239" actId="1076"/>
          <ac:spMkLst>
            <pc:docMk/>
            <pc:sldMk cId="4079145847" sldId="279"/>
            <ac:spMk id="8" creationId="{00000000-0000-0000-0000-000000000000}"/>
          </ac:spMkLst>
        </pc:spChg>
        <pc:spChg chg="del mod">
          <ac:chgData name="Tiansheng Wang" userId="26352113-6e83-492f-84ac-f369dd862d7e" providerId="ADAL" clId="{13AD1EC4-9C11-574A-B208-06F1C5D37EA3}" dt="2020-03-11T18:02:52.783" v="9" actId="478"/>
          <ac:spMkLst>
            <pc:docMk/>
            <pc:sldMk cId="4079145847" sldId="279"/>
            <ac:spMk id="18" creationId="{00000000-0000-0000-0000-000000000000}"/>
          </ac:spMkLst>
        </pc:spChg>
        <pc:spChg chg="mod">
          <ac:chgData name="Tiansheng Wang" userId="26352113-6e83-492f-84ac-f369dd862d7e" providerId="ADAL" clId="{13AD1EC4-9C11-574A-B208-06F1C5D37EA3}" dt="2020-03-11T18:12:17.783" v="205" actId="1076"/>
          <ac:spMkLst>
            <pc:docMk/>
            <pc:sldMk cId="4079145847" sldId="279"/>
            <ac:spMk id="20" creationId="{00000000-0000-0000-0000-000000000000}"/>
          </ac:spMkLst>
        </pc:spChg>
        <pc:spChg chg="add mod">
          <ac:chgData name="Tiansheng Wang" userId="26352113-6e83-492f-84ac-f369dd862d7e" providerId="ADAL" clId="{13AD1EC4-9C11-574A-B208-06F1C5D37EA3}" dt="2020-03-11T18:09:37.473" v="189" actId="1076"/>
          <ac:spMkLst>
            <pc:docMk/>
            <pc:sldMk cId="4079145847" sldId="279"/>
            <ac:spMk id="23" creationId="{AF559509-B1F3-514F-A249-711AEC7C1814}"/>
          </ac:spMkLst>
        </pc:spChg>
        <pc:spChg chg="add mod">
          <ac:chgData name="Tiansheng Wang" userId="26352113-6e83-492f-84ac-f369dd862d7e" providerId="ADAL" clId="{13AD1EC4-9C11-574A-B208-06F1C5D37EA3}" dt="2020-03-11T18:09:27.134" v="188" actId="1076"/>
          <ac:spMkLst>
            <pc:docMk/>
            <pc:sldMk cId="4079145847" sldId="279"/>
            <ac:spMk id="24" creationId="{11708309-56BC-D140-9F5B-A2FAD5590079}"/>
          </ac:spMkLst>
        </pc:spChg>
        <pc:spChg chg="add mod">
          <ac:chgData name="Tiansheng Wang" userId="26352113-6e83-492f-84ac-f369dd862d7e" providerId="ADAL" clId="{13AD1EC4-9C11-574A-B208-06F1C5D37EA3}" dt="2020-03-11T18:08:10.405" v="180" actId="1076"/>
          <ac:spMkLst>
            <pc:docMk/>
            <pc:sldMk cId="4079145847" sldId="279"/>
            <ac:spMk id="25" creationId="{0518881A-42DA-0E4C-898B-AE94B4950CB5}"/>
          </ac:spMkLst>
        </pc:spChg>
        <pc:spChg chg="add mod">
          <ac:chgData name="Tiansheng Wang" userId="26352113-6e83-492f-84ac-f369dd862d7e" providerId="ADAL" clId="{13AD1EC4-9C11-574A-B208-06F1C5D37EA3}" dt="2020-03-11T18:09:37.473" v="189" actId="1076"/>
          <ac:spMkLst>
            <pc:docMk/>
            <pc:sldMk cId="4079145847" sldId="279"/>
            <ac:spMk id="26" creationId="{B92D84ED-7181-8141-AA3A-B2AFB224387F}"/>
          </ac:spMkLst>
        </pc:spChg>
        <pc:spChg chg="add mod">
          <ac:chgData name="Tiansheng Wang" userId="26352113-6e83-492f-84ac-f369dd862d7e" providerId="ADAL" clId="{13AD1EC4-9C11-574A-B208-06F1C5D37EA3}" dt="2020-03-11T18:08:12.939" v="181" actId="1035"/>
          <ac:spMkLst>
            <pc:docMk/>
            <pc:sldMk cId="4079145847" sldId="279"/>
            <ac:spMk id="27" creationId="{F8015330-9F06-334B-AC0A-202190432F05}"/>
          </ac:spMkLst>
        </pc:spChg>
        <pc:spChg chg="add mod">
          <ac:chgData name="Tiansheng Wang" userId="26352113-6e83-492f-84ac-f369dd862d7e" providerId="ADAL" clId="{13AD1EC4-9C11-574A-B208-06F1C5D37EA3}" dt="2020-03-11T18:09:27.134" v="188" actId="1076"/>
          <ac:spMkLst>
            <pc:docMk/>
            <pc:sldMk cId="4079145847" sldId="279"/>
            <ac:spMk id="28" creationId="{12C61DD6-9741-5B46-9EB7-D8B0E25F5D25}"/>
          </ac:spMkLst>
        </pc:spChg>
        <pc:spChg chg="del mod">
          <ac:chgData name="Tiansheng Wang" userId="26352113-6e83-492f-84ac-f369dd862d7e" providerId="ADAL" clId="{13AD1EC4-9C11-574A-B208-06F1C5D37EA3}" dt="2020-03-11T18:04:57.796" v="89" actId="478"/>
          <ac:spMkLst>
            <pc:docMk/>
            <pc:sldMk cId="4079145847" sldId="279"/>
            <ac:spMk id="29" creationId="{00000000-0000-0000-0000-000000000000}"/>
          </ac:spMkLst>
        </pc:spChg>
        <pc:spChg chg="mod">
          <ac:chgData name="Tiansheng Wang" userId="26352113-6e83-492f-84ac-f369dd862d7e" providerId="ADAL" clId="{13AD1EC4-9C11-574A-B208-06F1C5D37EA3}" dt="2020-03-11T18:04:21.748" v="84" actId="14100"/>
          <ac:spMkLst>
            <pc:docMk/>
            <pc:sldMk cId="4079145847" sldId="279"/>
            <ac:spMk id="34" creationId="{00000000-0000-0000-0000-000000000000}"/>
          </ac:spMkLst>
        </pc:spChg>
        <pc:spChg chg="add mod">
          <ac:chgData name="Tiansheng Wang" userId="26352113-6e83-492f-84ac-f369dd862d7e" providerId="ADAL" clId="{13AD1EC4-9C11-574A-B208-06F1C5D37EA3}" dt="2020-03-11T18:12:17.783" v="205" actId="1076"/>
          <ac:spMkLst>
            <pc:docMk/>
            <pc:sldMk cId="4079145847" sldId="279"/>
            <ac:spMk id="35" creationId="{ED6BA85F-579C-4B49-A60C-8CFD9DE4F76E}"/>
          </ac:spMkLst>
        </pc:spChg>
        <pc:spChg chg="add mod">
          <ac:chgData name="Tiansheng Wang" userId="26352113-6e83-492f-84ac-f369dd862d7e" providerId="ADAL" clId="{13AD1EC4-9C11-574A-B208-06F1C5D37EA3}" dt="2020-03-11T18:12:17.783" v="205" actId="1076"/>
          <ac:spMkLst>
            <pc:docMk/>
            <pc:sldMk cId="4079145847" sldId="279"/>
            <ac:spMk id="36" creationId="{4F4DEBD6-AF80-C44A-A2A0-22E328D86176}"/>
          </ac:spMkLst>
        </pc:spChg>
        <pc:spChg chg="mod">
          <ac:chgData name="Tiansheng Wang" userId="26352113-6e83-492f-84ac-f369dd862d7e" providerId="ADAL" clId="{13AD1EC4-9C11-574A-B208-06F1C5D37EA3}" dt="2020-03-11T18:14:18.501" v="238" actId="1076"/>
          <ac:spMkLst>
            <pc:docMk/>
            <pc:sldMk cId="4079145847" sldId="279"/>
            <ac:spMk id="37" creationId="{00000000-0000-0000-0000-000000000000}"/>
          </ac:spMkLst>
        </pc:spChg>
        <pc:spChg chg="mod">
          <ac:chgData name="Tiansheng Wang" userId="26352113-6e83-492f-84ac-f369dd862d7e" providerId="ADAL" clId="{13AD1EC4-9C11-574A-B208-06F1C5D37EA3}" dt="2020-03-11T18:14:15.992" v="237" actId="1076"/>
          <ac:spMkLst>
            <pc:docMk/>
            <pc:sldMk cId="4079145847" sldId="279"/>
            <ac:spMk id="44" creationId="{00000000-0000-0000-0000-000000000000}"/>
          </ac:spMkLst>
        </pc:spChg>
        <pc:spChg chg="del">
          <ac:chgData name="Tiansheng Wang" userId="26352113-6e83-492f-84ac-f369dd862d7e" providerId="ADAL" clId="{13AD1EC4-9C11-574A-B208-06F1C5D37EA3}" dt="2020-03-11T18:02:54.151" v="10" actId="478"/>
          <ac:spMkLst>
            <pc:docMk/>
            <pc:sldMk cId="4079145847" sldId="279"/>
            <ac:spMk id="46" creationId="{00000000-0000-0000-0000-000000000000}"/>
          </ac:spMkLst>
        </pc:spChg>
        <pc:spChg chg="del mod">
          <ac:chgData name="Tiansheng Wang" userId="26352113-6e83-492f-84ac-f369dd862d7e" providerId="ADAL" clId="{13AD1EC4-9C11-574A-B208-06F1C5D37EA3}" dt="2020-03-11T18:05:23.666" v="96"/>
          <ac:spMkLst>
            <pc:docMk/>
            <pc:sldMk cId="4079145847" sldId="279"/>
            <ac:spMk id="61" creationId="{00000000-0000-0000-0000-000000000000}"/>
          </ac:spMkLst>
        </pc:spChg>
        <pc:spChg chg="del">
          <ac:chgData name="Tiansheng Wang" userId="26352113-6e83-492f-84ac-f369dd862d7e" providerId="ADAL" clId="{13AD1EC4-9C11-574A-B208-06F1C5D37EA3}" dt="2020-03-11T18:02:56.515" v="11" actId="478"/>
          <ac:spMkLst>
            <pc:docMk/>
            <pc:sldMk cId="4079145847" sldId="279"/>
            <ac:spMk id="63" creationId="{00000000-0000-0000-0000-000000000000}"/>
          </ac:spMkLst>
        </pc:spChg>
        <pc:cxnChg chg="mod">
          <ac:chgData name="Tiansheng Wang" userId="26352113-6e83-492f-84ac-f369dd862d7e" providerId="ADAL" clId="{13AD1EC4-9C11-574A-B208-06F1C5D37EA3}" dt="2020-03-11T18:04:09.215" v="81" actId="1076"/>
          <ac:cxnSpMkLst>
            <pc:docMk/>
            <pc:sldMk cId="4079145847" sldId="279"/>
            <ac:cxnSpMk id="33" creationId="{00000000-0000-0000-0000-000000000000}"/>
          </ac:cxnSpMkLst>
        </pc:cxnChg>
        <pc:cxnChg chg="del">
          <ac:chgData name="Tiansheng Wang" userId="26352113-6e83-492f-84ac-f369dd862d7e" providerId="ADAL" clId="{13AD1EC4-9C11-574A-B208-06F1C5D37EA3}" dt="2020-03-11T18:11:27.336" v="190" actId="478"/>
          <ac:cxnSpMkLst>
            <pc:docMk/>
            <pc:sldMk cId="4079145847" sldId="279"/>
            <ac:cxnSpMk id="45" creationId="{00000000-0000-0000-0000-000000000000}"/>
          </ac:cxnSpMkLst>
        </pc:cxnChg>
        <pc:cxnChg chg="mod">
          <ac:chgData name="Tiansheng Wang" userId="26352113-6e83-492f-84ac-f369dd862d7e" providerId="ADAL" clId="{13AD1EC4-9C11-574A-B208-06F1C5D37EA3}" dt="2020-03-11T18:14:12.529" v="236" actId="14100"/>
          <ac:cxnSpMkLst>
            <pc:docMk/>
            <pc:sldMk cId="4079145847" sldId="279"/>
            <ac:cxnSpMk id="48" creationId="{00000000-0000-0000-0000-000000000000}"/>
          </ac:cxnSpMkLst>
        </pc:cxnChg>
      </pc:sldChg>
    </pc:docChg>
  </pc:docChgLst>
  <pc:docChgLst>
    <pc:chgData name="Tiansheng Wang" userId="26352113-6e83-492f-84ac-f369dd862d7e" providerId="ADAL" clId="{D40248DC-5349-E546-B80C-93B4C9D0DAE9}"/>
    <pc:docChg chg="undo custSel addSld modSld sldOrd">
      <pc:chgData name="Tiansheng Wang" userId="26352113-6e83-492f-84ac-f369dd862d7e" providerId="ADAL" clId="{D40248DC-5349-E546-B80C-93B4C9D0DAE9}" dt="2019-03-16T00:17:28.364" v="2509" actId="20577"/>
      <pc:docMkLst>
        <pc:docMk/>
      </pc:docMkLst>
      <pc:sldChg chg="addSp modSp">
        <pc:chgData name="Tiansheng Wang" userId="26352113-6e83-492f-84ac-f369dd862d7e" providerId="ADAL" clId="{D40248DC-5349-E546-B80C-93B4C9D0DAE9}" dt="2019-03-15T23:02:08.735" v="2366" actId="1076"/>
        <pc:sldMkLst>
          <pc:docMk/>
          <pc:sldMk cId="3058560854" sldId="264"/>
        </pc:sldMkLst>
        <pc:spChg chg="mod">
          <ac:chgData name="Tiansheng Wang" userId="26352113-6e83-492f-84ac-f369dd862d7e" providerId="ADAL" clId="{D40248DC-5349-E546-B80C-93B4C9D0DAE9}" dt="2019-03-15T23:00:43.995" v="2327" actId="1076"/>
          <ac:spMkLst>
            <pc:docMk/>
            <pc:sldMk cId="3058560854" sldId="264"/>
            <ac:spMk id="8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15T23:00:11.975" v="2320" actId="14100"/>
          <ac:spMkLst>
            <pc:docMk/>
            <pc:sldMk cId="3058560854" sldId="264"/>
            <ac:spMk id="24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15T23:00:11.975" v="2320" actId="14100"/>
          <ac:spMkLst>
            <pc:docMk/>
            <pc:sldMk cId="3058560854" sldId="264"/>
            <ac:spMk id="28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15T23:00:11.975" v="2320" actId="14100"/>
          <ac:spMkLst>
            <pc:docMk/>
            <pc:sldMk cId="3058560854" sldId="264"/>
            <ac:spMk id="29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15T23:00:11.975" v="2320" actId="14100"/>
          <ac:spMkLst>
            <pc:docMk/>
            <pc:sldMk cId="3058560854" sldId="264"/>
            <ac:spMk id="30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15T23:00:11.975" v="2320" actId="14100"/>
          <ac:spMkLst>
            <pc:docMk/>
            <pc:sldMk cId="3058560854" sldId="264"/>
            <ac:spMk id="32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15T23:00:23.508" v="2322" actId="1076"/>
          <ac:spMkLst>
            <pc:docMk/>
            <pc:sldMk cId="3058560854" sldId="264"/>
            <ac:spMk id="34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15T23:00:11.975" v="2320" actId="14100"/>
          <ac:spMkLst>
            <pc:docMk/>
            <pc:sldMk cId="3058560854" sldId="264"/>
            <ac:spMk id="35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15T23:00:11.975" v="2320" actId="14100"/>
          <ac:spMkLst>
            <pc:docMk/>
            <pc:sldMk cId="3058560854" sldId="264"/>
            <ac:spMk id="36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15T23:00:38.023" v="2324" actId="1076"/>
          <ac:spMkLst>
            <pc:docMk/>
            <pc:sldMk cId="3058560854" sldId="264"/>
            <ac:spMk id="37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15T23:00:11.975" v="2320" actId="14100"/>
          <ac:spMkLst>
            <pc:docMk/>
            <pc:sldMk cId="3058560854" sldId="264"/>
            <ac:spMk id="38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15T22:59:16.411" v="2289" actId="1076"/>
          <ac:spMkLst>
            <pc:docMk/>
            <pc:sldMk cId="3058560854" sldId="264"/>
            <ac:spMk id="39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15T22:59:16.411" v="2289" actId="1076"/>
          <ac:spMkLst>
            <pc:docMk/>
            <pc:sldMk cId="3058560854" sldId="264"/>
            <ac:spMk id="40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15T23:02:08.735" v="2366" actId="1076"/>
          <ac:spMkLst>
            <pc:docMk/>
            <pc:sldMk cId="3058560854" sldId="264"/>
            <ac:spMk id="41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15T23:00:11.975" v="2320" actId="14100"/>
          <ac:spMkLst>
            <pc:docMk/>
            <pc:sldMk cId="3058560854" sldId="264"/>
            <ac:spMk id="42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15T23:00:11.975" v="2320" actId="14100"/>
          <ac:spMkLst>
            <pc:docMk/>
            <pc:sldMk cId="3058560854" sldId="264"/>
            <ac:spMk id="43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15T23:00:11.975" v="2320" actId="14100"/>
          <ac:spMkLst>
            <pc:docMk/>
            <pc:sldMk cId="3058560854" sldId="264"/>
            <ac:spMk id="44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15T22:59:44.097" v="2314" actId="1076"/>
          <ac:spMkLst>
            <pc:docMk/>
            <pc:sldMk cId="3058560854" sldId="264"/>
            <ac:spMk id="46" creationId="{00000000-0000-0000-0000-000000000000}"/>
          </ac:spMkLst>
        </pc:spChg>
        <pc:spChg chg="add mod">
          <ac:chgData name="Tiansheng Wang" userId="26352113-6e83-492f-84ac-f369dd862d7e" providerId="ADAL" clId="{D40248DC-5349-E546-B80C-93B4C9D0DAE9}" dt="2019-03-15T23:00:11.975" v="2320" actId="14100"/>
          <ac:spMkLst>
            <pc:docMk/>
            <pc:sldMk cId="3058560854" sldId="264"/>
            <ac:spMk id="47" creationId="{DA314A27-A200-D043-B0EC-54D555A038C7}"/>
          </ac:spMkLst>
        </pc:spChg>
        <pc:spChg chg="add mod">
          <ac:chgData name="Tiansheng Wang" userId="26352113-6e83-492f-84ac-f369dd862d7e" providerId="ADAL" clId="{D40248DC-5349-E546-B80C-93B4C9D0DAE9}" dt="2019-03-15T23:01:57.304" v="2365" actId="1076"/>
          <ac:spMkLst>
            <pc:docMk/>
            <pc:sldMk cId="3058560854" sldId="264"/>
            <ac:spMk id="51" creationId="{1A2AFC36-F0F5-2A41-9A4B-6863E465C4B0}"/>
          </ac:spMkLst>
        </pc:spChg>
        <pc:spChg chg="mod">
          <ac:chgData name="Tiansheng Wang" userId="26352113-6e83-492f-84ac-f369dd862d7e" providerId="ADAL" clId="{D40248DC-5349-E546-B80C-93B4C9D0DAE9}" dt="2019-03-15T22:59:38.798" v="2313" actId="1076"/>
          <ac:spMkLst>
            <pc:docMk/>
            <pc:sldMk cId="3058560854" sldId="264"/>
            <ac:spMk id="56" creationId="{00000000-0000-0000-0000-000000000000}"/>
          </ac:spMkLst>
        </pc:spChg>
        <pc:cxnChg chg="mod">
          <ac:chgData name="Tiansheng Wang" userId="26352113-6e83-492f-84ac-f369dd862d7e" providerId="ADAL" clId="{D40248DC-5349-E546-B80C-93B4C9D0DAE9}" dt="2019-03-15T23:00:11.975" v="2320" actId="14100"/>
          <ac:cxnSpMkLst>
            <pc:docMk/>
            <pc:sldMk cId="3058560854" sldId="264"/>
            <ac:cxnSpMk id="6" creationId="{00000000-0000-0000-0000-000000000000}"/>
          </ac:cxnSpMkLst>
        </pc:cxnChg>
        <pc:cxnChg chg="mod">
          <ac:chgData name="Tiansheng Wang" userId="26352113-6e83-492f-84ac-f369dd862d7e" providerId="ADAL" clId="{D40248DC-5349-E546-B80C-93B4C9D0DAE9}" dt="2019-03-15T23:00:11.975" v="2320" actId="14100"/>
          <ac:cxnSpMkLst>
            <pc:docMk/>
            <pc:sldMk cId="3058560854" sldId="264"/>
            <ac:cxnSpMk id="13" creationId="{00000000-0000-0000-0000-000000000000}"/>
          </ac:cxnSpMkLst>
        </pc:cxnChg>
        <pc:cxnChg chg="mod">
          <ac:chgData name="Tiansheng Wang" userId="26352113-6e83-492f-84ac-f369dd862d7e" providerId="ADAL" clId="{D40248DC-5349-E546-B80C-93B4C9D0DAE9}" dt="2019-03-15T23:00:11.975" v="2320" actId="14100"/>
          <ac:cxnSpMkLst>
            <pc:docMk/>
            <pc:sldMk cId="3058560854" sldId="264"/>
            <ac:cxnSpMk id="25" creationId="{00000000-0000-0000-0000-000000000000}"/>
          </ac:cxnSpMkLst>
        </pc:cxnChg>
        <pc:cxnChg chg="mod">
          <ac:chgData name="Tiansheng Wang" userId="26352113-6e83-492f-84ac-f369dd862d7e" providerId="ADAL" clId="{D40248DC-5349-E546-B80C-93B4C9D0DAE9}" dt="2019-03-15T23:00:16.690" v="2321" actId="14100"/>
          <ac:cxnSpMkLst>
            <pc:docMk/>
            <pc:sldMk cId="3058560854" sldId="264"/>
            <ac:cxnSpMk id="31" creationId="{00000000-0000-0000-0000-000000000000}"/>
          </ac:cxnSpMkLst>
        </pc:cxnChg>
        <pc:cxnChg chg="mod">
          <ac:chgData name="Tiansheng Wang" userId="26352113-6e83-492f-84ac-f369dd862d7e" providerId="ADAL" clId="{D40248DC-5349-E546-B80C-93B4C9D0DAE9}" dt="2019-03-15T23:01:05.833" v="2329" actId="692"/>
          <ac:cxnSpMkLst>
            <pc:docMk/>
            <pc:sldMk cId="3058560854" sldId="264"/>
            <ac:cxnSpMk id="33" creationId="{00000000-0000-0000-0000-000000000000}"/>
          </ac:cxnSpMkLst>
        </pc:cxnChg>
        <pc:cxnChg chg="mod">
          <ac:chgData name="Tiansheng Wang" userId="26352113-6e83-492f-84ac-f369dd862d7e" providerId="ADAL" clId="{D40248DC-5349-E546-B80C-93B4C9D0DAE9}" dt="2019-03-15T23:00:11.975" v="2320" actId="14100"/>
          <ac:cxnSpMkLst>
            <pc:docMk/>
            <pc:sldMk cId="3058560854" sldId="264"/>
            <ac:cxnSpMk id="45" creationId="{00000000-0000-0000-0000-000000000000}"/>
          </ac:cxnSpMkLst>
        </pc:cxnChg>
        <pc:cxnChg chg="mod">
          <ac:chgData name="Tiansheng Wang" userId="26352113-6e83-492f-84ac-f369dd862d7e" providerId="ADAL" clId="{D40248DC-5349-E546-B80C-93B4C9D0DAE9}" dt="2019-03-15T23:00:11.975" v="2320" actId="14100"/>
          <ac:cxnSpMkLst>
            <pc:docMk/>
            <pc:sldMk cId="3058560854" sldId="264"/>
            <ac:cxnSpMk id="48" creationId="{00000000-0000-0000-0000-000000000000}"/>
          </ac:cxnSpMkLst>
        </pc:cxnChg>
        <pc:cxnChg chg="add mod">
          <ac:chgData name="Tiansheng Wang" userId="26352113-6e83-492f-84ac-f369dd862d7e" providerId="ADAL" clId="{D40248DC-5349-E546-B80C-93B4C9D0DAE9}" dt="2019-03-15T23:00:40.485" v="2325" actId="1076"/>
          <ac:cxnSpMkLst>
            <pc:docMk/>
            <pc:sldMk cId="3058560854" sldId="264"/>
            <ac:cxnSpMk id="49" creationId="{71FD8F3A-1485-704D-8B26-FC95E4612214}"/>
          </ac:cxnSpMkLst>
        </pc:cxnChg>
        <pc:cxnChg chg="add mod">
          <ac:chgData name="Tiansheng Wang" userId="26352113-6e83-492f-84ac-f369dd862d7e" providerId="ADAL" clId="{D40248DC-5349-E546-B80C-93B4C9D0DAE9}" dt="2019-03-15T23:01:22.348" v="2331" actId="1076"/>
          <ac:cxnSpMkLst>
            <pc:docMk/>
            <pc:sldMk cId="3058560854" sldId="264"/>
            <ac:cxnSpMk id="50" creationId="{5ECC1A32-6527-C743-B491-BACD06556630}"/>
          </ac:cxnSpMkLst>
        </pc:cxnChg>
        <pc:cxnChg chg="mod">
          <ac:chgData name="Tiansheng Wang" userId="26352113-6e83-492f-84ac-f369dd862d7e" providerId="ADAL" clId="{D40248DC-5349-E546-B80C-93B4C9D0DAE9}" dt="2019-03-15T22:59:38.798" v="2313" actId="1076"/>
          <ac:cxnSpMkLst>
            <pc:docMk/>
            <pc:sldMk cId="3058560854" sldId="264"/>
            <ac:cxnSpMk id="58" creationId="{00000000-0000-0000-0000-000000000000}"/>
          </ac:cxnSpMkLst>
        </pc:cxnChg>
        <pc:cxnChg chg="mod">
          <ac:chgData name="Tiansheng Wang" userId="26352113-6e83-492f-84ac-f369dd862d7e" providerId="ADAL" clId="{D40248DC-5349-E546-B80C-93B4C9D0DAE9}" dt="2019-03-15T22:59:38.798" v="2313" actId="1076"/>
          <ac:cxnSpMkLst>
            <pc:docMk/>
            <pc:sldMk cId="3058560854" sldId="264"/>
            <ac:cxnSpMk id="59" creationId="{00000000-0000-0000-0000-000000000000}"/>
          </ac:cxnSpMkLst>
        </pc:cxnChg>
      </pc:sldChg>
      <pc:sldChg chg="addSp delSp modSp ord">
        <pc:chgData name="Tiansheng Wang" userId="26352113-6e83-492f-84ac-f369dd862d7e" providerId="ADAL" clId="{D40248DC-5349-E546-B80C-93B4C9D0DAE9}" dt="2019-03-16T00:17:28.364" v="2509" actId="20577"/>
        <pc:sldMkLst>
          <pc:docMk/>
          <pc:sldMk cId="1288527170" sldId="265"/>
        </pc:sldMkLst>
        <pc:spChg chg="mod">
          <ac:chgData name="Tiansheng Wang" userId="26352113-6e83-492f-84ac-f369dd862d7e" providerId="ADAL" clId="{D40248DC-5349-E546-B80C-93B4C9D0DAE9}" dt="2019-03-15T23:11:39.498" v="2430" actId="1036"/>
          <ac:spMkLst>
            <pc:docMk/>
            <pc:sldMk cId="1288527170" sldId="265"/>
            <ac:spMk id="8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16T00:17:28.364" v="2509" actId="20577"/>
          <ac:spMkLst>
            <pc:docMk/>
            <pc:sldMk cId="1288527170" sldId="265"/>
            <ac:spMk id="24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15T23:11:39.498" v="2430" actId="1036"/>
          <ac:spMkLst>
            <pc:docMk/>
            <pc:sldMk cId="1288527170" sldId="265"/>
            <ac:spMk id="28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15T23:11:39.498" v="2430" actId="1036"/>
          <ac:spMkLst>
            <pc:docMk/>
            <pc:sldMk cId="1288527170" sldId="265"/>
            <ac:spMk id="29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15T23:11:39.498" v="2430" actId="1036"/>
          <ac:spMkLst>
            <pc:docMk/>
            <pc:sldMk cId="1288527170" sldId="265"/>
            <ac:spMk id="30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15T23:11:44.988" v="2432" actId="20577"/>
          <ac:spMkLst>
            <pc:docMk/>
            <pc:sldMk cId="1288527170" sldId="265"/>
            <ac:spMk id="32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15T23:11:39.498" v="2430" actId="1036"/>
          <ac:spMkLst>
            <pc:docMk/>
            <pc:sldMk cId="1288527170" sldId="265"/>
            <ac:spMk id="34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15T23:11:39.498" v="2430" actId="1036"/>
          <ac:spMkLst>
            <pc:docMk/>
            <pc:sldMk cId="1288527170" sldId="265"/>
            <ac:spMk id="35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15T23:11:39.498" v="2430" actId="1036"/>
          <ac:spMkLst>
            <pc:docMk/>
            <pc:sldMk cId="1288527170" sldId="265"/>
            <ac:spMk id="36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15T23:11:39.498" v="2430" actId="1036"/>
          <ac:spMkLst>
            <pc:docMk/>
            <pc:sldMk cId="1288527170" sldId="265"/>
            <ac:spMk id="37" creationId="{00000000-0000-0000-0000-000000000000}"/>
          </ac:spMkLst>
        </pc:spChg>
        <pc:spChg chg="del">
          <ac:chgData name="Tiansheng Wang" userId="26352113-6e83-492f-84ac-f369dd862d7e" providerId="ADAL" clId="{D40248DC-5349-E546-B80C-93B4C9D0DAE9}" dt="2019-03-15T22:56:13.242" v="2278" actId="478"/>
          <ac:spMkLst>
            <pc:docMk/>
            <pc:sldMk cId="1288527170" sldId="265"/>
            <ac:spMk id="38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15T23:12:10.471" v="2476" actId="6549"/>
          <ac:spMkLst>
            <pc:docMk/>
            <pc:sldMk cId="1288527170" sldId="265"/>
            <ac:spMk id="39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15T23:11:59.108" v="2457" actId="6549"/>
          <ac:spMkLst>
            <pc:docMk/>
            <pc:sldMk cId="1288527170" sldId="265"/>
            <ac:spMk id="40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15T23:04:59.193" v="2367" actId="1076"/>
          <ac:spMkLst>
            <pc:docMk/>
            <pc:sldMk cId="1288527170" sldId="265"/>
            <ac:spMk id="41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15T23:11:39.498" v="2430" actId="1036"/>
          <ac:spMkLst>
            <pc:docMk/>
            <pc:sldMk cId="1288527170" sldId="265"/>
            <ac:spMk id="42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15T23:11:39.498" v="2430" actId="1036"/>
          <ac:spMkLst>
            <pc:docMk/>
            <pc:sldMk cId="1288527170" sldId="265"/>
            <ac:spMk id="43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15T23:11:39.498" v="2430" actId="1036"/>
          <ac:spMkLst>
            <pc:docMk/>
            <pc:sldMk cId="1288527170" sldId="265"/>
            <ac:spMk id="44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15T23:04:59.193" v="2367" actId="1076"/>
          <ac:spMkLst>
            <pc:docMk/>
            <pc:sldMk cId="1288527170" sldId="265"/>
            <ac:spMk id="46" creationId="{00000000-0000-0000-0000-000000000000}"/>
          </ac:spMkLst>
        </pc:spChg>
        <pc:spChg chg="add mod">
          <ac:chgData name="Tiansheng Wang" userId="26352113-6e83-492f-84ac-f369dd862d7e" providerId="ADAL" clId="{D40248DC-5349-E546-B80C-93B4C9D0DAE9}" dt="2019-03-15T23:11:39.498" v="2430" actId="1036"/>
          <ac:spMkLst>
            <pc:docMk/>
            <pc:sldMk cId="1288527170" sldId="265"/>
            <ac:spMk id="49" creationId="{EB03B4AC-0D75-5545-B400-067E95A6FF33}"/>
          </ac:spMkLst>
        </pc:spChg>
        <pc:spChg chg="add mod">
          <ac:chgData name="Tiansheng Wang" userId="26352113-6e83-492f-84ac-f369dd862d7e" providerId="ADAL" clId="{D40248DC-5349-E546-B80C-93B4C9D0DAE9}" dt="2019-03-15T23:11:39.498" v="2430" actId="1036"/>
          <ac:spMkLst>
            <pc:docMk/>
            <pc:sldMk cId="1288527170" sldId="265"/>
            <ac:spMk id="50" creationId="{22277052-AB7C-D544-ABAC-896B55A867E9}"/>
          </ac:spMkLst>
        </pc:spChg>
        <pc:spChg chg="add mod">
          <ac:chgData name="Tiansheng Wang" userId="26352113-6e83-492f-84ac-f369dd862d7e" providerId="ADAL" clId="{D40248DC-5349-E546-B80C-93B4C9D0DAE9}" dt="2019-03-15T23:13:29.440" v="2481" actId="1076"/>
          <ac:spMkLst>
            <pc:docMk/>
            <pc:sldMk cId="1288527170" sldId="265"/>
            <ac:spMk id="52" creationId="{E7D51B76-922B-F640-9E78-31D9AB8999AC}"/>
          </ac:spMkLst>
        </pc:spChg>
        <pc:spChg chg="add mod">
          <ac:chgData name="Tiansheng Wang" userId="26352113-6e83-492f-84ac-f369dd862d7e" providerId="ADAL" clId="{D40248DC-5349-E546-B80C-93B4C9D0DAE9}" dt="2019-03-15T23:13:29.440" v="2481" actId="1076"/>
          <ac:spMkLst>
            <pc:docMk/>
            <pc:sldMk cId="1288527170" sldId="265"/>
            <ac:spMk id="54" creationId="{DB4F0C70-8E1D-A34E-B0DA-EE467A5AB4C2}"/>
          </ac:spMkLst>
        </pc:spChg>
        <pc:spChg chg="mod">
          <ac:chgData name="Tiansheng Wang" userId="26352113-6e83-492f-84ac-f369dd862d7e" providerId="ADAL" clId="{D40248DC-5349-E546-B80C-93B4C9D0DAE9}" dt="2019-03-15T23:14:39.532" v="2487" actId="1076"/>
          <ac:spMkLst>
            <pc:docMk/>
            <pc:sldMk cId="1288527170" sldId="265"/>
            <ac:spMk id="56" creationId="{00000000-0000-0000-0000-000000000000}"/>
          </ac:spMkLst>
        </pc:spChg>
        <pc:cxnChg chg="mod">
          <ac:chgData name="Tiansheng Wang" userId="26352113-6e83-492f-84ac-f369dd862d7e" providerId="ADAL" clId="{D40248DC-5349-E546-B80C-93B4C9D0DAE9}" dt="2019-03-15T23:11:39.498" v="2430" actId="1036"/>
          <ac:cxnSpMkLst>
            <pc:docMk/>
            <pc:sldMk cId="1288527170" sldId="265"/>
            <ac:cxnSpMk id="6" creationId="{00000000-0000-0000-0000-000000000000}"/>
          </ac:cxnSpMkLst>
        </pc:cxnChg>
        <pc:cxnChg chg="del mod">
          <ac:chgData name="Tiansheng Wang" userId="26352113-6e83-492f-84ac-f369dd862d7e" providerId="ADAL" clId="{D40248DC-5349-E546-B80C-93B4C9D0DAE9}" dt="2019-03-15T23:15:11.593" v="2491" actId="478"/>
          <ac:cxnSpMkLst>
            <pc:docMk/>
            <pc:sldMk cId="1288527170" sldId="265"/>
            <ac:cxnSpMk id="13" creationId="{00000000-0000-0000-0000-000000000000}"/>
          </ac:cxnSpMkLst>
        </pc:cxnChg>
        <pc:cxnChg chg="mod">
          <ac:chgData name="Tiansheng Wang" userId="26352113-6e83-492f-84ac-f369dd862d7e" providerId="ADAL" clId="{D40248DC-5349-E546-B80C-93B4C9D0DAE9}" dt="2019-03-15T23:11:39.498" v="2430" actId="1036"/>
          <ac:cxnSpMkLst>
            <pc:docMk/>
            <pc:sldMk cId="1288527170" sldId="265"/>
            <ac:cxnSpMk id="25" creationId="{00000000-0000-0000-0000-000000000000}"/>
          </ac:cxnSpMkLst>
        </pc:cxnChg>
        <pc:cxnChg chg="mod">
          <ac:chgData name="Tiansheng Wang" userId="26352113-6e83-492f-84ac-f369dd862d7e" providerId="ADAL" clId="{D40248DC-5349-E546-B80C-93B4C9D0DAE9}" dt="2019-03-15T23:14:46.462" v="2488" actId="14100"/>
          <ac:cxnSpMkLst>
            <pc:docMk/>
            <pc:sldMk cId="1288527170" sldId="265"/>
            <ac:cxnSpMk id="31" creationId="{00000000-0000-0000-0000-000000000000}"/>
          </ac:cxnSpMkLst>
        </pc:cxnChg>
        <pc:cxnChg chg="mod">
          <ac:chgData name="Tiansheng Wang" userId="26352113-6e83-492f-84ac-f369dd862d7e" providerId="ADAL" clId="{D40248DC-5349-E546-B80C-93B4C9D0DAE9}" dt="2019-03-15T23:11:39.498" v="2430" actId="1036"/>
          <ac:cxnSpMkLst>
            <pc:docMk/>
            <pc:sldMk cId="1288527170" sldId="265"/>
            <ac:cxnSpMk id="33" creationId="{00000000-0000-0000-0000-000000000000}"/>
          </ac:cxnSpMkLst>
        </pc:cxnChg>
        <pc:cxnChg chg="mod">
          <ac:chgData name="Tiansheng Wang" userId="26352113-6e83-492f-84ac-f369dd862d7e" providerId="ADAL" clId="{D40248DC-5349-E546-B80C-93B4C9D0DAE9}" dt="2019-03-15T23:11:39.498" v="2430" actId="1036"/>
          <ac:cxnSpMkLst>
            <pc:docMk/>
            <pc:sldMk cId="1288527170" sldId="265"/>
            <ac:cxnSpMk id="45" creationId="{00000000-0000-0000-0000-000000000000}"/>
          </ac:cxnSpMkLst>
        </pc:cxnChg>
        <pc:cxnChg chg="add mod">
          <ac:chgData name="Tiansheng Wang" userId="26352113-6e83-492f-84ac-f369dd862d7e" providerId="ADAL" clId="{D40248DC-5349-E546-B80C-93B4C9D0DAE9}" dt="2019-03-15T23:11:39.498" v="2430" actId="1036"/>
          <ac:cxnSpMkLst>
            <pc:docMk/>
            <pc:sldMk cId="1288527170" sldId="265"/>
            <ac:cxnSpMk id="47" creationId="{4AE9D53A-1E38-A44F-9D64-96927718BC69}"/>
          </ac:cxnSpMkLst>
        </pc:cxnChg>
        <pc:cxnChg chg="mod">
          <ac:chgData name="Tiansheng Wang" userId="26352113-6e83-492f-84ac-f369dd862d7e" providerId="ADAL" clId="{D40248DC-5349-E546-B80C-93B4C9D0DAE9}" dt="2019-03-15T23:11:39.498" v="2430" actId="1036"/>
          <ac:cxnSpMkLst>
            <pc:docMk/>
            <pc:sldMk cId="1288527170" sldId="265"/>
            <ac:cxnSpMk id="48" creationId="{00000000-0000-0000-0000-000000000000}"/>
          </ac:cxnSpMkLst>
        </pc:cxnChg>
        <pc:cxnChg chg="add mod">
          <ac:chgData name="Tiansheng Wang" userId="26352113-6e83-492f-84ac-f369dd862d7e" providerId="ADAL" clId="{D40248DC-5349-E546-B80C-93B4C9D0DAE9}" dt="2019-03-15T23:13:29.440" v="2481" actId="1076"/>
          <ac:cxnSpMkLst>
            <pc:docMk/>
            <pc:sldMk cId="1288527170" sldId="265"/>
            <ac:cxnSpMk id="51" creationId="{2AAE82E2-7D9F-324E-9C64-CF7EFBE0675F}"/>
          </ac:cxnSpMkLst>
        </pc:cxnChg>
        <pc:cxnChg chg="add mod">
          <ac:chgData name="Tiansheng Wang" userId="26352113-6e83-492f-84ac-f369dd862d7e" providerId="ADAL" clId="{D40248DC-5349-E546-B80C-93B4C9D0DAE9}" dt="2019-03-15T23:13:29.440" v="2481" actId="1076"/>
          <ac:cxnSpMkLst>
            <pc:docMk/>
            <pc:sldMk cId="1288527170" sldId="265"/>
            <ac:cxnSpMk id="53" creationId="{B9CC9EAB-24E2-714B-944A-E3E6EBFA35A4}"/>
          </ac:cxnSpMkLst>
        </pc:cxnChg>
        <pc:cxnChg chg="add mod">
          <ac:chgData name="Tiansheng Wang" userId="26352113-6e83-492f-84ac-f369dd862d7e" providerId="ADAL" clId="{D40248DC-5349-E546-B80C-93B4C9D0DAE9}" dt="2019-03-15T23:15:30.641" v="2500" actId="1037"/>
          <ac:cxnSpMkLst>
            <pc:docMk/>
            <pc:sldMk cId="1288527170" sldId="265"/>
            <ac:cxnSpMk id="55" creationId="{97C1724F-A49D-EA41-81AC-B79060D3C120}"/>
          </ac:cxnSpMkLst>
        </pc:cxnChg>
        <pc:cxnChg chg="mod">
          <ac:chgData name="Tiansheng Wang" userId="26352113-6e83-492f-84ac-f369dd862d7e" providerId="ADAL" clId="{D40248DC-5349-E546-B80C-93B4C9D0DAE9}" dt="2019-03-15T23:14:39.532" v="2487" actId="1076"/>
          <ac:cxnSpMkLst>
            <pc:docMk/>
            <pc:sldMk cId="1288527170" sldId="265"/>
            <ac:cxnSpMk id="58" creationId="{00000000-0000-0000-0000-000000000000}"/>
          </ac:cxnSpMkLst>
        </pc:cxnChg>
        <pc:cxnChg chg="mod">
          <ac:chgData name="Tiansheng Wang" userId="26352113-6e83-492f-84ac-f369dd862d7e" providerId="ADAL" clId="{D40248DC-5349-E546-B80C-93B4C9D0DAE9}" dt="2019-03-15T23:14:39.532" v="2487" actId="1076"/>
          <ac:cxnSpMkLst>
            <pc:docMk/>
            <pc:sldMk cId="1288527170" sldId="265"/>
            <ac:cxnSpMk id="59" creationId="{00000000-0000-0000-0000-000000000000}"/>
          </ac:cxnSpMkLst>
        </pc:cxnChg>
      </pc:sldChg>
      <pc:sldChg chg="modSp">
        <pc:chgData name="Tiansheng Wang" userId="26352113-6e83-492f-84ac-f369dd862d7e" providerId="ADAL" clId="{D40248DC-5349-E546-B80C-93B4C9D0DAE9}" dt="2019-03-09T02:02:58.621" v="15" actId="20577"/>
        <pc:sldMkLst>
          <pc:docMk/>
          <pc:sldMk cId="1490777827" sldId="267"/>
        </pc:sldMkLst>
        <pc:spChg chg="mod">
          <ac:chgData name="Tiansheng Wang" userId="26352113-6e83-492f-84ac-f369dd862d7e" providerId="ADAL" clId="{D40248DC-5349-E546-B80C-93B4C9D0DAE9}" dt="2019-03-09T02:02:58.621" v="15" actId="20577"/>
          <ac:spMkLst>
            <pc:docMk/>
            <pc:sldMk cId="1490777827" sldId="267"/>
            <ac:spMk id="19" creationId="{00000000-0000-0000-0000-000000000000}"/>
          </ac:spMkLst>
        </pc:spChg>
      </pc:sldChg>
      <pc:sldChg chg="modSp">
        <pc:chgData name="Tiansheng Wang" userId="26352113-6e83-492f-84ac-f369dd862d7e" providerId="ADAL" clId="{D40248DC-5349-E546-B80C-93B4C9D0DAE9}" dt="2019-03-15T20:29:16.946" v="1854" actId="20577"/>
        <pc:sldMkLst>
          <pc:docMk/>
          <pc:sldMk cId="319060475" sldId="268"/>
        </pc:sldMkLst>
        <pc:spChg chg="mod">
          <ac:chgData name="Tiansheng Wang" userId="26352113-6e83-492f-84ac-f369dd862d7e" providerId="ADAL" clId="{D40248DC-5349-E546-B80C-93B4C9D0DAE9}" dt="2019-03-09T03:18:17.651" v="51" actId="20577"/>
          <ac:spMkLst>
            <pc:docMk/>
            <pc:sldMk cId="319060475" sldId="268"/>
            <ac:spMk id="24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09T03:29:47.965" v="68" actId="1076"/>
          <ac:spMkLst>
            <pc:docMk/>
            <pc:sldMk cId="319060475" sldId="268"/>
            <ac:spMk id="28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09T03:29:47.965" v="68" actId="1076"/>
          <ac:spMkLst>
            <pc:docMk/>
            <pc:sldMk cId="319060475" sldId="268"/>
            <ac:spMk id="29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09T03:51:15.084" v="187" actId="1076"/>
          <ac:spMkLst>
            <pc:docMk/>
            <pc:sldMk cId="319060475" sldId="268"/>
            <ac:spMk id="30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09T03:36:26.739" v="176" actId="14100"/>
          <ac:spMkLst>
            <pc:docMk/>
            <pc:sldMk cId="319060475" sldId="268"/>
            <ac:spMk id="34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09T03:51:23.102" v="189" actId="20577"/>
          <ac:spMkLst>
            <pc:docMk/>
            <pc:sldMk cId="319060475" sldId="268"/>
            <ac:spMk id="36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09T03:36:31.609" v="177" actId="1076"/>
          <ac:spMkLst>
            <pc:docMk/>
            <pc:sldMk cId="319060475" sldId="268"/>
            <ac:spMk id="37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15T20:29:16.946" v="1854" actId="20577"/>
          <ac:spMkLst>
            <pc:docMk/>
            <pc:sldMk cId="319060475" sldId="268"/>
            <ac:spMk id="40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09T03:34:14.775" v="170" actId="6549"/>
          <ac:spMkLst>
            <pc:docMk/>
            <pc:sldMk cId="319060475" sldId="268"/>
            <ac:spMk id="41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09T03:29:51.751" v="69" actId="1076"/>
          <ac:spMkLst>
            <pc:docMk/>
            <pc:sldMk cId="319060475" sldId="268"/>
            <ac:spMk id="42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09T03:18:26.554" v="67" actId="20577"/>
          <ac:spMkLst>
            <pc:docMk/>
            <pc:sldMk cId="319060475" sldId="268"/>
            <ac:spMk id="43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09T03:36:43.973" v="178" actId="1076"/>
          <ac:spMkLst>
            <pc:docMk/>
            <pc:sldMk cId="319060475" sldId="268"/>
            <ac:spMk id="44" creationId="{00000000-0000-0000-0000-000000000000}"/>
          </ac:spMkLst>
        </pc:spChg>
        <pc:cxnChg chg="mod">
          <ac:chgData name="Tiansheng Wang" userId="26352113-6e83-492f-84ac-f369dd862d7e" providerId="ADAL" clId="{D40248DC-5349-E546-B80C-93B4C9D0DAE9}" dt="2019-03-09T03:36:04.744" v="171" actId="1076"/>
          <ac:cxnSpMkLst>
            <pc:docMk/>
            <pc:sldMk cId="319060475" sldId="268"/>
            <ac:cxnSpMk id="33" creationId="{00000000-0000-0000-0000-000000000000}"/>
          </ac:cxnSpMkLst>
        </pc:cxnChg>
      </pc:sldChg>
      <pc:sldChg chg="modSp">
        <pc:chgData name="Tiansheng Wang" userId="26352113-6e83-492f-84ac-f369dd862d7e" providerId="ADAL" clId="{D40248DC-5349-E546-B80C-93B4C9D0DAE9}" dt="2019-03-09T03:56:27.671" v="264" actId="1076"/>
        <pc:sldMkLst>
          <pc:docMk/>
          <pc:sldMk cId="25931604" sldId="269"/>
        </pc:sldMkLst>
        <pc:spChg chg="mod">
          <ac:chgData name="Tiansheng Wang" userId="26352113-6e83-492f-84ac-f369dd862d7e" providerId="ADAL" clId="{D40248DC-5349-E546-B80C-93B4C9D0DAE9}" dt="2019-03-09T03:17:44.182" v="32" actId="20577"/>
          <ac:spMkLst>
            <pc:docMk/>
            <pc:sldMk cId="25931604" sldId="269"/>
            <ac:spMk id="24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09T03:56:08.129" v="263" actId="1076"/>
          <ac:spMkLst>
            <pc:docMk/>
            <pc:sldMk cId="25931604" sldId="269"/>
            <ac:spMk id="28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09T03:56:08.129" v="263" actId="1076"/>
          <ac:spMkLst>
            <pc:docMk/>
            <pc:sldMk cId="25931604" sldId="269"/>
            <ac:spMk id="29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09T03:55:03.497" v="254" actId="14100"/>
          <ac:spMkLst>
            <pc:docMk/>
            <pc:sldMk cId="25931604" sldId="269"/>
            <ac:spMk id="30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09T03:16:58.751" v="19" actId="20577"/>
          <ac:spMkLst>
            <pc:docMk/>
            <pc:sldMk cId="25931604" sldId="269"/>
            <ac:spMk id="32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09T03:55:07.985" v="255" actId="14100"/>
          <ac:spMkLst>
            <pc:docMk/>
            <pc:sldMk cId="25931604" sldId="269"/>
            <ac:spMk id="34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09T03:56:02.526" v="262" actId="1076"/>
          <ac:spMkLst>
            <pc:docMk/>
            <pc:sldMk cId="25931604" sldId="269"/>
            <ac:spMk id="35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09T03:55:54.982" v="261"/>
          <ac:spMkLst>
            <pc:docMk/>
            <pc:sldMk cId="25931604" sldId="269"/>
            <ac:spMk id="36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09T03:55:13.417" v="256" actId="1076"/>
          <ac:spMkLst>
            <pc:docMk/>
            <pc:sldMk cId="25931604" sldId="269"/>
            <ac:spMk id="37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09T03:54:48.649" v="247" actId="6549"/>
          <ac:spMkLst>
            <pc:docMk/>
            <pc:sldMk cId="25931604" sldId="269"/>
            <ac:spMk id="41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09T03:56:02.526" v="262" actId="1076"/>
          <ac:spMkLst>
            <pc:docMk/>
            <pc:sldMk cId="25931604" sldId="269"/>
            <ac:spMk id="42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09T03:56:27.671" v="264" actId="1076"/>
          <ac:spMkLst>
            <pc:docMk/>
            <pc:sldMk cId="25931604" sldId="269"/>
            <ac:spMk id="44" creationId="{00000000-0000-0000-0000-000000000000}"/>
          </ac:spMkLst>
        </pc:spChg>
      </pc:sldChg>
      <pc:sldChg chg="addSp delSp modSp add">
        <pc:chgData name="Tiansheng Wang" userId="26352113-6e83-492f-84ac-f369dd862d7e" providerId="ADAL" clId="{D40248DC-5349-E546-B80C-93B4C9D0DAE9}" dt="2019-03-14T04:21:45.411" v="1789" actId="1076"/>
        <pc:sldMkLst>
          <pc:docMk/>
          <pc:sldMk cId="290784346" sldId="273"/>
        </pc:sldMkLst>
        <pc:spChg chg="add del mod">
          <ac:chgData name="Tiansheng Wang" userId="26352113-6e83-492f-84ac-f369dd862d7e" providerId="ADAL" clId="{D40248DC-5349-E546-B80C-93B4C9D0DAE9}" dt="2019-03-14T03:49:45.467" v="1247" actId="478"/>
          <ac:spMkLst>
            <pc:docMk/>
            <pc:sldMk cId="290784346" sldId="273"/>
            <ac:spMk id="2" creationId="{C6765A91-CF3F-B246-85E6-967BB0A676DB}"/>
          </ac:spMkLst>
        </pc:spChg>
        <pc:spChg chg="add del mod">
          <ac:chgData name="Tiansheng Wang" userId="26352113-6e83-492f-84ac-f369dd862d7e" providerId="ADAL" clId="{D40248DC-5349-E546-B80C-93B4C9D0DAE9}" dt="2019-03-14T03:33:00.357" v="783"/>
          <ac:spMkLst>
            <pc:docMk/>
            <pc:sldMk cId="290784346" sldId="273"/>
            <ac:spMk id="15" creationId="{DA811BCF-803E-8F46-9E0D-232F462678A9}"/>
          </ac:spMkLst>
        </pc:spChg>
        <pc:spChg chg="add mod">
          <ac:chgData name="Tiansheng Wang" userId="26352113-6e83-492f-84ac-f369dd862d7e" providerId="ADAL" clId="{D40248DC-5349-E546-B80C-93B4C9D0DAE9}" dt="2019-03-14T04:15:32.656" v="1718" actId="1076"/>
          <ac:spMkLst>
            <pc:docMk/>
            <pc:sldMk cId="290784346" sldId="273"/>
            <ac:spMk id="16" creationId="{09BDE6FC-A5E0-684D-92AD-C875591F1A2B}"/>
          </ac:spMkLst>
        </pc:spChg>
        <pc:spChg chg="add mod">
          <ac:chgData name="Tiansheng Wang" userId="26352113-6e83-492f-84ac-f369dd862d7e" providerId="ADAL" clId="{D40248DC-5349-E546-B80C-93B4C9D0DAE9}" dt="2019-03-14T04:14:59.599" v="1716" actId="1035"/>
          <ac:spMkLst>
            <pc:docMk/>
            <pc:sldMk cId="290784346" sldId="273"/>
            <ac:spMk id="17" creationId="{CDEC2A06-B2E4-9247-8518-4799943B61BE}"/>
          </ac:spMkLst>
        </pc:spChg>
        <pc:spChg chg="add del mod">
          <ac:chgData name="Tiansheng Wang" userId="26352113-6e83-492f-84ac-f369dd862d7e" providerId="ADAL" clId="{D40248DC-5349-E546-B80C-93B4C9D0DAE9}" dt="2019-03-14T03:46:52.362" v="1231"/>
          <ac:spMkLst>
            <pc:docMk/>
            <pc:sldMk cId="290784346" sldId="273"/>
            <ac:spMk id="18" creationId="{CB66FB3B-F6DE-CB49-961F-10C6F65DDFE5}"/>
          </ac:spMkLst>
        </pc:spChg>
        <pc:spChg chg="add mod">
          <ac:chgData name="Tiansheng Wang" userId="26352113-6e83-492f-84ac-f369dd862d7e" providerId="ADAL" clId="{D40248DC-5349-E546-B80C-93B4C9D0DAE9}" dt="2019-03-14T04:16:09.467" v="1750" actId="1076"/>
          <ac:spMkLst>
            <pc:docMk/>
            <pc:sldMk cId="290784346" sldId="273"/>
            <ac:spMk id="19" creationId="{99B04143-0F70-FB4F-9D15-907020B7F631}"/>
          </ac:spMkLst>
        </pc:spChg>
        <pc:spChg chg="add del mod">
          <ac:chgData name="Tiansheng Wang" userId="26352113-6e83-492f-84ac-f369dd862d7e" providerId="ADAL" clId="{D40248DC-5349-E546-B80C-93B4C9D0DAE9}" dt="2019-03-14T03:57:01.454" v="1352"/>
          <ac:spMkLst>
            <pc:docMk/>
            <pc:sldMk cId="290784346" sldId="273"/>
            <ac:spMk id="20" creationId="{DB3956E2-9CDC-8749-B1EC-039C75A0C332}"/>
          </ac:spMkLst>
        </pc:spChg>
        <pc:spChg chg="add del mod">
          <ac:chgData name="Tiansheng Wang" userId="26352113-6e83-492f-84ac-f369dd862d7e" providerId="ADAL" clId="{D40248DC-5349-E546-B80C-93B4C9D0DAE9}" dt="2019-03-14T04:06:06.114" v="1400" actId="478"/>
          <ac:spMkLst>
            <pc:docMk/>
            <pc:sldMk cId="290784346" sldId="273"/>
            <ac:spMk id="21" creationId="{1B505828-E6D6-8046-8759-D3A401A3A527}"/>
          </ac:spMkLst>
        </pc:spChg>
        <pc:spChg chg="add mod">
          <ac:chgData name="Tiansheng Wang" userId="26352113-6e83-492f-84ac-f369dd862d7e" providerId="ADAL" clId="{D40248DC-5349-E546-B80C-93B4C9D0DAE9}" dt="2019-03-14T04:15:45.970" v="1748" actId="1035"/>
          <ac:spMkLst>
            <pc:docMk/>
            <pc:sldMk cId="290784346" sldId="273"/>
            <ac:spMk id="22" creationId="{C8E32FF5-BA4F-104A-9E68-D52C40C5914B}"/>
          </ac:spMkLst>
        </pc:spChg>
        <pc:spChg chg="del">
          <ac:chgData name="Tiansheng Wang" userId="26352113-6e83-492f-84ac-f369dd862d7e" providerId="ADAL" clId="{D40248DC-5349-E546-B80C-93B4C9D0DAE9}" dt="2019-03-14T03:24:55.303" v="621" actId="478"/>
          <ac:spMkLst>
            <pc:docMk/>
            <pc:sldMk cId="290784346" sldId="273"/>
            <ac:spMk id="38" creationId="{00000000-0000-0000-0000-000000000000}"/>
          </ac:spMkLst>
        </pc:spChg>
        <pc:spChg chg="del">
          <ac:chgData name="Tiansheng Wang" userId="26352113-6e83-492f-84ac-f369dd862d7e" providerId="ADAL" clId="{D40248DC-5349-E546-B80C-93B4C9D0DAE9}" dt="2019-03-14T03:02:05.972" v="340" actId="478"/>
          <ac:spMkLst>
            <pc:docMk/>
            <pc:sldMk cId="290784346" sldId="273"/>
            <ac:spMk id="40" creationId="{00000000-0000-0000-0000-000000000000}"/>
          </ac:spMkLst>
        </pc:spChg>
        <pc:spChg chg="del">
          <ac:chgData name="Tiansheng Wang" userId="26352113-6e83-492f-84ac-f369dd862d7e" providerId="ADAL" clId="{D40248DC-5349-E546-B80C-93B4C9D0DAE9}" dt="2019-03-14T03:02:07.450" v="341" actId="478"/>
          <ac:spMkLst>
            <pc:docMk/>
            <pc:sldMk cId="290784346" sldId="273"/>
            <ac:spMk id="41" creationId="{00000000-0000-0000-0000-000000000000}"/>
          </ac:spMkLst>
        </pc:spChg>
        <pc:spChg chg="del">
          <ac:chgData name="Tiansheng Wang" userId="26352113-6e83-492f-84ac-f369dd862d7e" providerId="ADAL" clId="{D40248DC-5349-E546-B80C-93B4C9D0DAE9}" dt="2019-03-14T03:24:55.303" v="621" actId="478"/>
          <ac:spMkLst>
            <pc:docMk/>
            <pc:sldMk cId="290784346" sldId="273"/>
            <ac:spMk id="42" creationId="{00000000-0000-0000-0000-000000000000}"/>
          </ac:spMkLst>
        </pc:spChg>
        <pc:spChg chg="del">
          <ac:chgData name="Tiansheng Wang" userId="26352113-6e83-492f-84ac-f369dd862d7e" providerId="ADAL" clId="{D40248DC-5349-E546-B80C-93B4C9D0DAE9}" dt="2019-03-14T03:24:55.303" v="621" actId="478"/>
          <ac:spMkLst>
            <pc:docMk/>
            <pc:sldMk cId="290784346" sldId="273"/>
            <ac:spMk id="44" creationId="{00000000-0000-0000-0000-000000000000}"/>
          </ac:spMkLst>
        </pc:spChg>
        <pc:spChg chg="del">
          <ac:chgData name="Tiansheng Wang" userId="26352113-6e83-492f-84ac-f369dd862d7e" providerId="ADAL" clId="{D40248DC-5349-E546-B80C-93B4C9D0DAE9}" dt="2019-03-14T03:24:55.303" v="621" actId="478"/>
          <ac:spMkLst>
            <pc:docMk/>
            <pc:sldMk cId="290784346" sldId="273"/>
            <ac:spMk id="47" creationId="{00000000-0000-0000-0000-000000000000}"/>
          </ac:spMkLst>
        </pc:spChg>
        <pc:spChg chg="del">
          <ac:chgData name="Tiansheng Wang" userId="26352113-6e83-492f-84ac-f369dd862d7e" providerId="ADAL" clId="{D40248DC-5349-E546-B80C-93B4C9D0DAE9}" dt="2019-03-14T03:25:11.166" v="624" actId="478"/>
          <ac:spMkLst>
            <pc:docMk/>
            <pc:sldMk cId="290784346" sldId="273"/>
            <ac:spMk id="48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14T04:21:43.048" v="1788" actId="1076"/>
          <ac:spMkLst>
            <pc:docMk/>
            <pc:sldMk cId="290784346" sldId="273"/>
            <ac:spMk id="52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14T04:21:45.411" v="1789" actId="1076"/>
          <ac:spMkLst>
            <pc:docMk/>
            <pc:sldMk cId="290784346" sldId="273"/>
            <ac:spMk id="53" creationId="{00000000-0000-0000-0000-000000000000}"/>
          </ac:spMkLst>
        </pc:spChg>
        <pc:spChg chg="mod">
          <ac:chgData name="Tiansheng Wang" userId="26352113-6e83-492f-84ac-f369dd862d7e" providerId="ADAL" clId="{D40248DC-5349-E546-B80C-93B4C9D0DAE9}" dt="2019-03-14T04:11:04.131" v="1677" actId="20577"/>
          <ac:spMkLst>
            <pc:docMk/>
            <pc:sldMk cId="290784346" sldId="273"/>
            <ac:spMk id="54" creationId="{00000000-0000-0000-0000-000000000000}"/>
          </ac:spMkLst>
        </pc:spChg>
        <pc:spChg chg="del mod">
          <ac:chgData name="Tiansheng Wang" userId="26352113-6e83-492f-84ac-f369dd862d7e" providerId="ADAL" clId="{D40248DC-5349-E546-B80C-93B4C9D0DAE9}" dt="2019-03-14T03:18:14.636" v="580" actId="478"/>
          <ac:spMkLst>
            <pc:docMk/>
            <pc:sldMk cId="290784346" sldId="273"/>
            <ac:spMk id="58" creationId="{00000000-0000-0000-0000-000000000000}"/>
          </ac:spMkLst>
        </pc:spChg>
        <pc:spChg chg="del">
          <ac:chgData name="Tiansheng Wang" userId="26352113-6e83-492f-84ac-f369dd862d7e" providerId="ADAL" clId="{D40248DC-5349-E546-B80C-93B4C9D0DAE9}" dt="2019-03-14T03:18:07.154" v="577" actId="478"/>
          <ac:spMkLst>
            <pc:docMk/>
            <pc:sldMk cId="290784346" sldId="273"/>
            <ac:spMk id="59" creationId="{00000000-0000-0000-0000-000000000000}"/>
          </ac:spMkLst>
        </pc:spChg>
        <pc:spChg chg="del">
          <ac:chgData name="Tiansheng Wang" userId="26352113-6e83-492f-84ac-f369dd862d7e" providerId="ADAL" clId="{D40248DC-5349-E546-B80C-93B4C9D0DAE9}" dt="2019-03-14T03:56:34.887" v="1318" actId="478"/>
          <ac:spMkLst>
            <pc:docMk/>
            <pc:sldMk cId="290784346" sldId="273"/>
            <ac:spMk id="60" creationId="{00000000-0000-0000-0000-000000000000}"/>
          </ac:spMkLst>
        </pc:spChg>
        <pc:spChg chg="del">
          <ac:chgData name="Tiansheng Wang" userId="26352113-6e83-492f-84ac-f369dd862d7e" providerId="ADAL" clId="{D40248DC-5349-E546-B80C-93B4C9D0DAE9}" dt="2019-03-14T03:56:32.547" v="1317" actId="478"/>
          <ac:spMkLst>
            <pc:docMk/>
            <pc:sldMk cId="290784346" sldId="273"/>
            <ac:spMk id="61" creationId="{00000000-0000-0000-0000-000000000000}"/>
          </ac:spMkLst>
        </pc:spChg>
        <pc:spChg chg="del">
          <ac:chgData name="Tiansheng Wang" userId="26352113-6e83-492f-84ac-f369dd862d7e" providerId="ADAL" clId="{D40248DC-5349-E546-B80C-93B4C9D0DAE9}" dt="2019-03-14T03:56:30.499" v="1316" actId="478"/>
          <ac:spMkLst>
            <pc:docMk/>
            <pc:sldMk cId="290784346" sldId="273"/>
            <ac:spMk id="62" creationId="{00000000-0000-0000-0000-000000000000}"/>
          </ac:spMkLst>
        </pc:spChg>
        <pc:spChg chg="del">
          <ac:chgData name="Tiansheng Wang" userId="26352113-6e83-492f-84ac-f369dd862d7e" providerId="ADAL" clId="{D40248DC-5349-E546-B80C-93B4C9D0DAE9}" dt="2019-03-14T03:18:09.910" v="578" actId="478"/>
          <ac:spMkLst>
            <pc:docMk/>
            <pc:sldMk cId="290784346" sldId="273"/>
            <ac:spMk id="63" creationId="{00000000-0000-0000-0000-000000000000}"/>
          </ac:spMkLst>
        </pc:spChg>
        <pc:spChg chg="del">
          <ac:chgData name="Tiansheng Wang" userId="26352113-6e83-492f-84ac-f369dd862d7e" providerId="ADAL" clId="{D40248DC-5349-E546-B80C-93B4C9D0DAE9}" dt="2019-03-14T03:42:45.257" v="1181" actId="478"/>
          <ac:spMkLst>
            <pc:docMk/>
            <pc:sldMk cId="290784346" sldId="273"/>
            <ac:spMk id="64" creationId="{00000000-0000-0000-0000-000000000000}"/>
          </ac:spMkLst>
        </pc:spChg>
        <pc:spChg chg="del">
          <ac:chgData name="Tiansheng Wang" userId="26352113-6e83-492f-84ac-f369dd862d7e" providerId="ADAL" clId="{D40248DC-5349-E546-B80C-93B4C9D0DAE9}" dt="2019-03-14T03:42:43.772" v="1180" actId="478"/>
          <ac:spMkLst>
            <pc:docMk/>
            <pc:sldMk cId="290784346" sldId="273"/>
            <ac:spMk id="65" creationId="{00000000-0000-0000-0000-000000000000}"/>
          </ac:spMkLst>
        </pc:spChg>
        <pc:spChg chg="del">
          <ac:chgData name="Tiansheng Wang" userId="26352113-6e83-492f-84ac-f369dd862d7e" providerId="ADAL" clId="{D40248DC-5349-E546-B80C-93B4C9D0DAE9}" dt="2019-03-14T03:42:40.633" v="1179" actId="478"/>
          <ac:spMkLst>
            <pc:docMk/>
            <pc:sldMk cId="290784346" sldId="273"/>
            <ac:spMk id="66" creationId="{00000000-0000-0000-0000-000000000000}"/>
          </ac:spMkLst>
        </pc:spChg>
        <pc:spChg chg="add del mod">
          <ac:chgData name="Tiansheng Wang" userId="26352113-6e83-492f-84ac-f369dd862d7e" providerId="ADAL" clId="{D40248DC-5349-E546-B80C-93B4C9D0DAE9}" dt="2019-03-14T03:17:42.932" v="573" actId="478"/>
          <ac:spMkLst>
            <pc:docMk/>
            <pc:sldMk cId="290784346" sldId="273"/>
            <ac:spMk id="67" creationId="{100598DB-031F-3947-A6C4-B6CFE6EDEDD2}"/>
          </ac:spMkLst>
        </pc:spChg>
        <pc:spChg chg="add del mod">
          <ac:chgData name="Tiansheng Wang" userId="26352113-6e83-492f-84ac-f369dd862d7e" providerId="ADAL" clId="{D40248DC-5349-E546-B80C-93B4C9D0DAE9}" dt="2019-03-14T03:00:53.134" v="276" actId="478"/>
          <ac:spMkLst>
            <pc:docMk/>
            <pc:sldMk cId="290784346" sldId="273"/>
            <ac:spMk id="69" creationId="{DCCECD42-AAA8-0A4D-8D40-CA9286E9ADBB}"/>
          </ac:spMkLst>
        </pc:spChg>
        <pc:spChg chg="add del mod">
          <ac:chgData name="Tiansheng Wang" userId="26352113-6e83-492f-84ac-f369dd862d7e" providerId="ADAL" clId="{D40248DC-5349-E546-B80C-93B4C9D0DAE9}" dt="2019-03-14T03:00:52.279" v="275" actId="478"/>
          <ac:spMkLst>
            <pc:docMk/>
            <pc:sldMk cId="290784346" sldId="273"/>
            <ac:spMk id="70" creationId="{594C34D8-B15A-6D4F-B80D-1E1DBD971C3E}"/>
          </ac:spMkLst>
        </pc:spChg>
        <pc:spChg chg="add del mod">
          <ac:chgData name="Tiansheng Wang" userId="26352113-6e83-492f-84ac-f369dd862d7e" providerId="ADAL" clId="{D40248DC-5349-E546-B80C-93B4C9D0DAE9}" dt="2019-03-14T03:17:42.932" v="573" actId="478"/>
          <ac:spMkLst>
            <pc:docMk/>
            <pc:sldMk cId="290784346" sldId="273"/>
            <ac:spMk id="71" creationId="{F06F5CFD-094B-0045-8377-13BDF44177AA}"/>
          </ac:spMkLst>
        </pc:spChg>
        <pc:spChg chg="add del mod">
          <ac:chgData name="Tiansheng Wang" userId="26352113-6e83-492f-84ac-f369dd862d7e" providerId="ADAL" clId="{D40248DC-5349-E546-B80C-93B4C9D0DAE9}" dt="2019-03-14T03:17:42.932" v="573" actId="478"/>
          <ac:spMkLst>
            <pc:docMk/>
            <pc:sldMk cId="290784346" sldId="273"/>
            <ac:spMk id="74" creationId="{EEBA8B31-9A9F-5A4C-848A-35106150C889}"/>
          </ac:spMkLst>
        </pc:spChg>
        <pc:spChg chg="del">
          <ac:chgData name="Tiansheng Wang" userId="26352113-6e83-492f-84ac-f369dd862d7e" providerId="ADAL" clId="{D40248DC-5349-E546-B80C-93B4C9D0DAE9}" dt="2019-03-14T03:26:42.229" v="649" actId="478"/>
          <ac:spMkLst>
            <pc:docMk/>
            <pc:sldMk cId="290784346" sldId="273"/>
            <ac:spMk id="77" creationId="{00000000-0000-0000-0000-000000000000}"/>
          </ac:spMkLst>
        </pc:spChg>
        <pc:spChg chg="del">
          <ac:chgData name="Tiansheng Wang" userId="26352113-6e83-492f-84ac-f369dd862d7e" providerId="ADAL" clId="{D40248DC-5349-E546-B80C-93B4C9D0DAE9}" dt="2019-03-14T03:02:03.324" v="338" actId="478"/>
          <ac:spMkLst>
            <pc:docMk/>
            <pc:sldMk cId="290784346" sldId="273"/>
            <ac:spMk id="79" creationId="{00000000-0000-0000-0000-000000000000}"/>
          </ac:spMkLst>
        </pc:spChg>
        <pc:spChg chg="del">
          <ac:chgData name="Tiansheng Wang" userId="26352113-6e83-492f-84ac-f369dd862d7e" providerId="ADAL" clId="{D40248DC-5349-E546-B80C-93B4C9D0DAE9}" dt="2019-03-14T03:02:04.913" v="339" actId="478"/>
          <ac:spMkLst>
            <pc:docMk/>
            <pc:sldMk cId="290784346" sldId="273"/>
            <ac:spMk id="80" creationId="{00000000-0000-0000-0000-000000000000}"/>
          </ac:spMkLst>
        </pc:spChg>
        <pc:spChg chg="del mod">
          <ac:chgData name="Tiansheng Wang" userId="26352113-6e83-492f-84ac-f369dd862d7e" providerId="ADAL" clId="{D40248DC-5349-E546-B80C-93B4C9D0DAE9}" dt="2019-03-14T03:36:50.987" v="1122" actId="478"/>
          <ac:spMkLst>
            <pc:docMk/>
            <pc:sldMk cId="290784346" sldId="273"/>
            <ac:spMk id="81" creationId="{00000000-0000-0000-0000-000000000000}"/>
          </ac:spMkLst>
        </pc:spChg>
        <pc:spChg chg="del mod">
          <ac:chgData name="Tiansheng Wang" userId="26352113-6e83-492f-84ac-f369dd862d7e" providerId="ADAL" clId="{D40248DC-5349-E546-B80C-93B4C9D0DAE9}" dt="2019-03-14T03:36:50.987" v="1122" actId="478"/>
          <ac:spMkLst>
            <pc:docMk/>
            <pc:sldMk cId="290784346" sldId="273"/>
            <ac:spMk id="82" creationId="{00000000-0000-0000-0000-000000000000}"/>
          </ac:spMkLst>
        </pc:spChg>
        <pc:spChg chg="del mod">
          <ac:chgData name="Tiansheng Wang" userId="26352113-6e83-492f-84ac-f369dd862d7e" providerId="ADAL" clId="{D40248DC-5349-E546-B80C-93B4C9D0DAE9}" dt="2019-03-14T03:36:50.987" v="1122" actId="478"/>
          <ac:spMkLst>
            <pc:docMk/>
            <pc:sldMk cId="290784346" sldId="273"/>
            <ac:spMk id="83" creationId="{00000000-0000-0000-0000-000000000000}"/>
          </ac:spMkLst>
        </pc:spChg>
        <pc:spChg chg="del">
          <ac:chgData name="Tiansheng Wang" userId="26352113-6e83-492f-84ac-f369dd862d7e" providerId="ADAL" clId="{D40248DC-5349-E546-B80C-93B4C9D0DAE9}" dt="2019-03-14T03:37:00.651" v="1123" actId="478"/>
          <ac:spMkLst>
            <pc:docMk/>
            <pc:sldMk cId="290784346" sldId="273"/>
            <ac:spMk id="90" creationId="{00000000-0000-0000-0000-000000000000}"/>
          </ac:spMkLst>
        </pc:spChg>
        <pc:spChg chg="del mod">
          <ac:chgData name="Tiansheng Wang" userId="26352113-6e83-492f-84ac-f369dd862d7e" providerId="ADAL" clId="{D40248DC-5349-E546-B80C-93B4C9D0DAE9}" dt="2019-03-14T03:14:32.312" v="536" actId="478"/>
          <ac:spMkLst>
            <pc:docMk/>
            <pc:sldMk cId="290784346" sldId="273"/>
            <ac:spMk id="91" creationId="{00000000-0000-0000-0000-000000000000}"/>
          </ac:spMkLst>
        </pc:spChg>
        <pc:spChg chg="del mod">
          <ac:chgData name="Tiansheng Wang" userId="26352113-6e83-492f-84ac-f369dd862d7e" providerId="ADAL" clId="{D40248DC-5349-E546-B80C-93B4C9D0DAE9}" dt="2019-03-14T03:02:01.009" v="337" actId="478"/>
          <ac:spMkLst>
            <pc:docMk/>
            <pc:sldMk cId="290784346" sldId="273"/>
            <ac:spMk id="93" creationId="{00000000-0000-0000-0000-000000000000}"/>
          </ac:spMkLst>
        </pc:spChg>
        <pc:spChg chg="del mod">
          <ac:chgData name="Tiansheng Wang" userId="26352113-6e83-492f-84ac-f369dd862d7e" providerId="ADAL" clId="{D40248DC-5349-E546-B80C-93B4C9D0DAE9}" dt="2019-03-14T03:17:42.932" v="573" actId="478"/>
          <ac:spMkLst>
            <pc:docMk/>
            <pc:sldMk cId="290784346" sldId="273"/>
            <ac:spMk id="94" creationId="{00000000-0000-0000-0000-000000000000}"/>
          </ac:spMkLst>
        </pc:spChg>
        <pc:spChg chg="del mod">
          <ac:chgData name="Tiansheng Wang" userId="26352113-6e83-492f-84ac-f369dd862d7e" providerId="ADAL" clId="{D40248DC-5349-E546-B80C-93B4C9D0DAE9}" dt="2019-03-14T03:14:58.594" v="543" actId="478"/>
          <ac:spMkLst>
            <pc:docMk/>
            <pc:sldMk cId="290784346" sldId="273"/>
            <ac:spMk id="96" creationId="{00000000-0000-0000-0000-000000000000}"/>
          </ac:spMkLst>
        </pc:spChg>
        <pc:spChg chg="del mod">
          <ac:chgData name="Tiansheng Wang" userId="26352113-6e83-492f-84ac-f369dd862d7e" providerId="ADAL" clId="{D40248DC-5349-E546-B80C-93B4C9D0DAE9}" dt="2019-03-14T03:16:03.994" v="555" actId="478"/>
          <ac:spMkLst>
            <pc:docMk/>
            <pc:sldMk cId="290784346" sldId="273"/>
            <ac:spMk id="97" creationId="{00000000-0000-0000-0000-000000000000}"/>
          </ac:spMkLst>
        </pc:spChg>
        <pc:spChg chg="del mod">
          <ac:chgData name="Tiansheng Wang" userId="26352113-6e83-492f-84ac-f369dd862d7e" providerId="ADAL" clId="{D40248DC-5349-E546-B80C-93B4C9D0DAE9}" dt="2019-03-14T03:17:01.788" v="570" actId="478"/>
          <ac:spMkLst>
            <pc:docMk/>
            <pc:sldMk cId="290784346" sldId="273"/>
            <ac:spMk id="104" creationId="{00000000-0000-0000-0000-000000000000}"/>
          </ac:spMkLst>
        </pc:spChg>
        <pc:spChg chg="add del mod">
          <ac:chgData name="Tiansheng Wang" userId="26352113-6e83-492f-84ac-f369dd862d7e" providerId="ADAL" clId="{D40248DC-5349-E546-B80C-93B4C9D0DAE9}" dt="2019-03-14T03:00:12.479" v="274" actId="478"/>
          <ac:spMkLst>
            <pc:docMk/>
            <pc:sldMk cId="290784346" sldId="273"/>
            <ac:spMk id="105" creationId="{6DBA3BBD-2595-9C46-85F1-5C76D24B6C96}"/>
          </ac:spMkLst>
        </pc:spChg>
        <pc:spChg chg="del mod">
          <ac:chgData name="Tiansheng Wang" userId="26352113-6e83-492f-84ac-f369dd862d7e" providerId="ADAL" clId="{D40248DC-5349-E546-B80C-93B4C9D0DAE9}" dt="2019-03-14T03:01:58.748" v="336" actId="478"/>
          <ac:spMkLst>
            <pc:docMk/>
            <pc:sldMk cId="290784346" sldId="273"/>
            <ac:spMk id="108" creationId="{00000000-0000-0000-0000-000000000000}"/>
          </ac:spMkLst>
        </pc:spChg>
        <pc:spChg chg="add del mod">
          <ac:chgData name="Tiansheng Wang" userId="26352113-6e83-492f-84ac-f369dd862d7e" providerId="ADAL" clId="{D40248DC-5349-E546-B80C-93B4C9D0DAE9}" dt="2019-03-14T03:17:42.932" v="573" actId="478"/>
          <ac:spMkLst>
            <pc:docMk/>
            <pc:sldMk cId="290784346" sldId="273"/>
            <ac:spMk id="110" creationId="{2120D577-A425-0945-AD36-657A32C6C4DB}"/>
          </ac:spMkLst>
        </pc:spChg>
        <pc:spChg chg="add del mod">
          <ac:chgData name="Tiansheng Wang" userId="26352113-6e83-492f-84ac-f369dd862d7e" providerId="ADAL" clId="{D40248DC-5349-E546-B80C-93B4C9D0DAE9}" dt="2019-03-14T03:17:42.932" v="573" actId="478"/>
          <ac:spMkLst>
            <pc:docMk/>
            <pc:sldMk cId="290784346" sldId="273"/>
            <ac:spMk id="111" creationId="{7C4F1D5C-2BBE-6149-AE21-296CBF24E2B8}"/>
          </ac:spMkLst>
        </pc:spChg>
        <pc:spChg chg="add del mod">
          <ac:chgData name="Tiansheng Wang" userId="26352113-6e83-492f-84ac-f369dd862d7e" providerId="ADAL" clId="{D40248DC-5349-E546-B80C-93B4C9D0DAE9}" dt="2019-03-14T03:00:11.056" v="273" actId="478"/>
          <ac:spMkLst>
            <pc:docMk/>
            <pc:sldMk cId="290784346" sldId="273"/>
            <ac:spMk id="113" creationId="{B6682175-9078-3242-AE4C-0A7AA4D1E7F8}"/>
          </ac:spMkLst>
        </pc:spChg>
        <pc:spChg chg="add del mod">
          <ac:chgData name="Tiansheng Wang" userId="26352113-6e83-492f-84ac-f369dd862d7e" providerId="ADAL" clId="{D40248DC-5349-E546-B80C-93B4C9D0DAE9}" dt="2019-03-14T03:49:45.467" v="1247" actId="478"/>
          <ac:spMkLst>
            <pc:docMk/>
            <pc:sldMk cId="290784346" sldId="273"/>
            <ac:spMk id="115" creationId="{C0F79BC5-E1E8-E94E-A92C-F4AC85D6E17F}"/>
          </ac:spMkLst>
        </pc:spChg>
        <pc:spChg chg="del mod">
          <ac:chgData name="Tiansheng Wang" userId="26352113-6e83-492f-84ac-f369dd862d7e" providerId="ADAL" clId="{D40248DC-5349-E546-B80C-93B4C9D0DAE9}" dt="2019-03-14T03:10:06.450" v="407" actId="478"/>
          <ac:spMkLst>
            <pc:docMk/>
            <pc:sldMk cId="290784346" sldId="273"/>
            <ac:spMk id="116" creationId="{00000000-0000-0000-0000-000000000000}"/>
          </ac:spMkLst>
        </pc:spChg>
        <pc:spChg chg="del mod">
          <ac:chgData name="Tiansheng Wang" userId="26352113-6e83-492f-84ac-f369dd862d7e" providerId="ADAL" clId="{D40248DC-5349-E546-B80C-93B4C9D0DAE9}" dt="2019-03-14T03:08:51.532" v="360" actId="478"/>
          <ac:spMkLst>
            <pc:docMk/>
            <pc:sldMk cId="290784346" sldId="273"/>
            <ac:spMk id="117" creationId="{00000000-0000-0000-0000-000000000000}"/>
          </ac:spMkLst>
        </pc:spChg>
        <pc:spChg chg="del mod">
          <ac:chgData name="Tiansheng Wang" userId="26352113-6e83-492f-84ac-f369dd862d7e" providerId="ADAL" clId="{D40248DC-5349-E546-B80C-93B4C9D0DAE9}" dt="2019-03-14T03:17:42.932" v="573" actId="478"/>
          <ac:spMkLst>
            <pc:docMk/>
            <pc:sldMk cId="290784346" sldId="273"/>
            <ac:spMk id="119" creationId="{00000000-0000-0000-0000-000000000000}"/>
          </ac:spMkLst>
        </pc:spChg>
        <pc:spChg chg="add del mod">
          <ac:chgData name="Tiansheng Wang" userId="26352113-6e83-492f-84ac-f369dd862d7e" providerId="ADAL" clId="{D40248DC-5349-E546-B80C-93B4C9D0DAE9}" dt="2019-03-14T04:10:08.991" v="1611" actId="478"/>
          <ac:spMkLst>
            <pc:docMk/>
            <pc:sldMk cId="290784346" sldId="273"/>
            <ac:spMk id="120" creationId="{88F2D118-C3CB-E240-BB63-D2E50195B743}"/>
          </ac:spMkLst>
        </pc:spChg>
        <pc:spChg chg="add mod">
          <ac:chgData name="Tiansheng Wang" userId="26352113-6e83-492f-84ac-f369dd862d7e" providerId="ADAL" clId="{D40248DC-5349-E546-B80C-93B4C9D0DAE9}" dt="2019-03-14T04:10:19.765" v="1613" actId="1076"/>
          <ac:spMkLst>
            <pc:docMk/>
            <pc:sldMk cId="290784346" sldId="273"/>
            <ac:spMk id="121" creationId="{9BA3E021-02B9-5C4F-B68B-8932377CD267}"/>
          </ac:spMkLst>
        </pc:spChg>
        <pc:spChg chg="add del mod">
          <ac:chgData name="Tiansheng Wang" userId="26352113-6e83-492f-84ac-f369dd862d7e" providerId="ADAL" clId="{D40248DC-5349-E546-B80C-93B4C9D0DAE9}" dt="2019-03-14T04:10:08.991" v="1611" actId="478"/>
          <ac:spMkLst>
            <pc:docMk/>
            <pc:sldMk cId="290784346" sldId="273"/>
            <ac:spMk id="122" creationId="{6E6C5769-2255-7844-82F8-8FEDFFCE4333}"/>
          </ac:spMkLst>
        </pc:spChg>
        <pc:spChg chg="add mod">
          <ac:chgData name="Tiansheng Wang" userId="26352113-6e83-492f-84ac-f369dd862d7e" providerId="ADAL" clId="{D40248DC-5349-E546-B80C-93B4C9D0DAE9}" dt="2019-03-14T03:49:55.218" v="1248" actId="1076"/>
          <ac:spMkLst>
            <pc:docMk/>
            <pc:sldMk cId="290784346" sldId="273"/>
            <ac:spMk id="123" creationId="{6BD21319-00E5-B846-B419-2F753666E4D4}"/>
          </ac:spMkLst>
        </pc:spChg>
        <pc:spChg chg="add del mod">
          <ac:chgData name="Tiansheng Wang" userId="26352113-6e83-492f-84ac-f369dd862d7e" providerId="ADAL" clId="{D40248DC-5349-E546-B80C-93B4C9D0DAE9}" dt="2019-03-14T03:12:53.657" v="491" actId="478"/>
          <ac:spMkLst>
            <pc:docMk/>
            <pc:sldMk cId="290784346" sldId="273"/>
            <ac:spMk id="124" creationId="{E3FC68B1-E507-4443-BDA6-7AC7A7A9EAF5}"/>
          </ac:spMkLst>
        </pc:spChg>
        <pc:spChg chg="add del mod">
          <ac:chgData name="Tiansheng Wang" userId="26352113-6e83-492f-84ac-f369dd862d7e" providerId="ADAL" clId="{D40248DC-5349-E546-B80C-93B4C9D0DAE9}" dt="2019-03-14T03:12:55" v="492" actId="478"/>
          <ac:spMkLst>
            <pc:docMk/>
            <pc:sldMk cId="290784346" sldId="273"/>
            <ac:spMk id="125" creationId="{C46E6C8F-2AB7-434E-9817-D46EAB811C2C}"/>
          </ac:spMkLst>
        </pc:spChg>
        <pc:spChg chg="add mod">
          <ac:chgData name="Tiansheng Wang" userId="26352113-6e83-492f-84ac-f369dd862d7e" providerId="ADAL" clId="{D40248DC-5349-E546-B80C-93B4C9D0DAE9}" dt="2019-03-14T03:49:55.218" v="1248" actId="1076"/>
          <ac:spMkLst>
            <pc:docMk/>
            <pc:sldMk cId="290784346" sldId="273"/>
            <ac:spMk id="126" creationId="{E2676D71-7FCF-FF43-B613-4AD5F3F7274E}"/>
          </ac:spMkLst>
        </pc:spChg>
        <pc:spChg chg="add mod">
          <ac:chgData name="Tiansheng Wang" userId="26352113-6e83-492f-84ac-f369dd862d7e" providerId="ADAL" clId="{D40248DC-5349-E546-B80C-93B4C9D0DAE9}" dt="2019-03-14T03:50:00.673" v="1249" actId="1076"/>
          <ac:spMkLst>
            <pc:docMk/>
            <pc:sldMk cId="290784346" sldId="273"/>
            <ac:spMk id="127" creationId="{1B936416-963C-2048-A6B3-B9F62B950321}"/>
          </ac:spMkLst>
        </pc:spChg>
        <pc:spChg chg="add mod">
          <ac:chgData name="Tiansheng Wang" userId="26352113-6e83-492f-84ac-f369dd862d7e" providerId="ADAL" clId="{D40248DC-5349-E546-B80C-93B4C9D0DAE9}" dt="2019-03-14T03:50:00.673" v="1249" actId="1076"/>
          <ac:spMkLst>
            <pc:docMk/>
            <pc:sldMk cId="290784346" sldId="273"/>
            <ac:spMk id="128" creationId="{725D57E8-4E54-7C43-82F6-D346FA8EA116}"/>
          </ac:spMkLst>
        </pc:spChg>
        <pc:spChg chg="add del mod">
          <ac:chgData name="Tiansheng Wang" userId="26352113-6e83-492f-84ac-f369dd862d7e" providerId="ADAL" clId="{D40248DC-5349-E546-B80C-93B4C9D0DAE9}" dt="2019-03-14T03:49:27.391" v="1245" actId="478"/>
          <ac:spMkLst>
            <pc:docMk/>
            <pc:sldMk cId="290784346" sldId="273"/>
            <ac:spMk id="129" creationId="{256FB24A-49F4-994C-AB6E-D83AC1899C29}"/>
          </ac:spMkLst>
        </pc:spChg>
        <pc:spChg chg="add del mod">
          <ac:chgData name="Tiansheng Wang" userId="26352113-6e83-492f-84ac-f369dd862d7e" providerId="ADAL" clId="{D40248DC-5349-E546-B80C-93B4C9D0DAE9}" dt="2019-03-14T03:49:27.391" v="1245" actId="478"/>
          <ac:spMkLst>
            <pc:docMk/>
            <pc:sldMk cId="290784346" sldId="273"/>
            <ac:spMk id="130" creationId="{7D1729F7-AC3C-F64F-AF96-B5429B71C734}"/>
          </ac:spMkLst>
        </pc:spChg>
        <pc:spChg chg="add del mod">
          <ac:chgData name="Tiansheng Wang" userId="26352113-6e83-492f-84ac-f369dd862d7e" providerId="ADAL" clId="{D40248DC-5349-E546-B80C-93B4C9D0DAE9}" dt="2019-03-14T03:55:23.333" v="1307" actId="478"/>
          <ac:spMkLst>
            <pc:docMk/>
            <pc:sldMk cId="290784346" sldId="273"/>
            <ac:spMk id="131" creationId="{AC115B94-5F2C-E94F-90D7-A70C68361DC5}"/>
          </ac:spMkLst>
        </pc:spChg>
        <pc:spChg chg="add del mod">
          <ac:chgData name="Tiansheng Wang" userId="26352113-6e83-492f-84ac-f369dd862d7e" providerId="ADAL" clId="{D40248DC-5349-E546-B80C-93B4C9D0DAE9}" dt="2019-03-14T03:55:23.333" v="1307" actId="478"/>
          <ac:spMkLst>
            <pc:docMk/>
            <pc:sldMk cId="290784346" sldId="273"/>
            <ac:spMk id="132" creationId="{3F300854-B5BE-6141-A7AC-07D45205EC85}"/>
          </ac:spMkLst>
        </pc:spChg>
        <pc:spChg chg="add mod">
          <ac:chgData name="Tiansheng Wang" userId="26352113-6e83-492f-84ac-f369dd862d7e" providerId="ADAL" clId="{D40248DC-5349-E546-B80C-93B4C9D0DAE9}" dt="2019-03-14T03:55:53.751" v="1315" actId="1076"/>
          <ac:spMkLst>
            <pc:docMk/>
            <pc:sldMk cId="290784346" sldId="273"/>
            <ac:spMk id="133" creationId="{0463502A-C02C-944C-A624-8DC08C527D19}"/>
          </ac:spMkLst>
        </pc:spChg>
        <pc:spChg chg="add mod">
          <ac:chgData name="Tiansheng Wang" userId="26352113-6e83-492f-84ac-f369dd862d7e" providerId="ADAL" clId="{D40248DC-5349-E546-B80C-93B4C9D0DAE9}" dt="2019-03-14T03:16:01.031" v="554" actId="1076"/>
          <ac:spMkLst>
            <pc:docMk/>
            <pc:sldMk cId="290784346" sldId="273"/>
            <ac:spMk id="134" creationId="{044ED9B3-8197-894A-94A1-4252268B648A}"/>
          </ac:spMkLst>
        </pc:spChg>
        <pc:spChg chg="add mod">
          <ac:chgData name="Tiansheng Wang" userId="26352113-6e83-492f-84ac-f369dd862d7e" providerId="ADAL" clId="{D40248DC-5349-E546-B80C-93B4C9D0DAE9}" dt="2019-03-14T03:16:13.114" v="557" actId="1076"/>
          <ac:spMkLst>
            <pc:docMk/>
            <pc:sldMk cId="290784346" sldId="273"/>
            <ac:spMk id="135" creationId="{904C9129-A5AE-224C-8400-B912CB556EDC}"/>
          </ac:spMkLst>
        </pc:spChg>
        <pc:spChg chg="add mod">
          <ac:chgData name="Tiansheng Wang" userId="26352113-6e83-492f-84ac-f369dd862d7e" providerId="ADAL" clId="{D40248DC-5349-E546-B80C-93B4C9D0DAE9}" dt="2019-03-14T03:17:47.335" v="574" actId="1035"/>
          <ac:spMkLst>
            <pc:docMk/>
            <pc:sldMk cId="290784346" sldId="273"/>
            <ac:spMk id="136" creationId="{99F59E65-C1D7-324F-A82B-9DA580C0B633}"/>
          </ac:spMkLst>
        </pc:spChg>
        <pc:spChg chg="add mod">
          <ac:chgData name="Tiansheng Wang" userId="26352113-6e83-492f-84ac-f369dd862d7e" providerId="ADAL" clId="{D40248DC-5349-E546-B80C-93B4C9D0DAE9}" dt="2019-03-14T04:17:29.437" v="1765" actId="1076"/>
          <ac:spMkLst>
            <pc:docMk/>
            <pc:sldMk cId="290784346" sldId="273"/>
            <ac:spMk id="137" creationId="{6EB8A7C9-041C-0841-9E80-09D671D3759C}"/>
          </ac:spMkLst>
        </pc:spChg>
        <pc:spChg chg="add del mod">
          <ac:chgData name="Tiansheng Wang" userId="26352113-6e83-492f-84ac-f369dd862d7e" providerId="ADAL" clId="{D40248DC-5349-E546-B80C-93B4C9D0DAE9}" dt="2019-03-14T04:05:03.751" v="1395" actId="478"/>
          <ac:spMkLst>
            <pc:docMk/>
            <pc:sldMk cId="290784346" sldId="273"/>
            <ac:spMk id="138" creationId="{DD626E2B-EF9F-9E46-B43F-5675AAB9BF04}"/>
          </ac:spMkLst>
        </pc:spChg>
        <pc:spChg chg="add del mod">
          <ac:chgData name="Tiansheng Wang" userId="26352113-6e83-492f-84ac-f369dd862d7e" providerId="ADAL" clId="{D40248DC-5349-E546-B80C-93B4C9D0DAE9}" dt="2019-03-14T04:05:03.751" v="1395" actId="478"/>
          <ac:spMkLst>
            <pc:docMk/>
            <pc:sldMk cId="290784346" sldId="273"/>
            <ac:spMk id="139" creationId="{94AE8FBC-C6D8-FA41-A05D-7CA6ED302B66}"/>
          </ac:spMkLst>
        </pc:spChg>
        <pc:spChg chg="add del mod">
          <ac:chgData name="Tiansheng Wang" userId="26352113-6e83-492f-84ac-f369dd862d7e" providerId="ADAL" clId="{D40248DC-5349-E546-B80C-93B4C9D0DAE9}" dt="2019-03-14T04:05:03.751" v="1395" actId="478"/>
          <ac:spMkLst>
            <pc:docMk/>
            <pc:sldMk cId="290784346" sldId="273"/>
            <ac:spMk id="140" creationId="{05C25651-4AB3-554C-8862-98ED11A15170}"/>
          </ac:spMkLst>
        </pc:spChg>
        <pc:spChg chg="add del mod">
          <ac:chgData name="Tiansheng Wang" userId="26352113-6e83-492f-84ac-f369dd862d7e" providerId="ADAL" clId="{D40248DC-5349-E546-B80C-93B4C9D0DAE9}" dt="2019-03-14T03:18:44.225" v="583" actId="478"/>
          <ac:spMkLst>
            <pc:docMk/>
            <pc:sldMk cId="290784346" sldId="273"/>
            <ac:spMk id="141" creationId="{8AE8617A-905F-E449-9DDF-0F377BF50D3D}"/>
          </ac:spMkLst>
        </pc:spChg>
        <pc:spChg chg="add del mod">
          <ac:chgData name="Tiansheng Wang" userId="26352113-6e83-492f-84ac-f369dd862d7e" providerId="ADAL" clId="{D40248DC-5349-E546-B80C-93B4C9D0DAE9}" dt="2019-03-14T03:49:45.467" v="1247" actId="478"/>
          <ac:spMkLst>
            <pc:docMk/>
            <pc:sldMk cId="290784346" sldId="273"/>
            <ac:spMk id="142" creationId="{D7BB71CC-3295-1841-8667-7E377ACB8233}"/>
          </ac:spMkLst>
        </pc:spChg>
        <pc:spChg chg="add del mod">
          <ac:chgData name="Tiansheng Wang" userId="26352113-6e83-492f-84ac-f369dd862d7e" providerId="ADAL" clId="{D40248DC-5349-E546-B80C-93B4C9D0DAE9}" dt="2019-03-14T03:49:45.467" v="1247" actId="478"/>
          <ac:spMkLst>
            <pc:docMk/>
            <pc:sldMk cId="290784346" sldId="273"/>
            <ac:spMk id="143" creationId="{8A356DDF-9AF1-3149-AE80-A2CC40D6592F}"/>
          </ac:spMkLst>
        </pc:spChg>
        <pc:spChg chg="add mod">
          <ac:chgData name="Tiansheng Wang" userId="26352113-6e83-492f-84ac-f369dd862d7e" providerId="ADAL" clId="{D40248DC-5349-E546-B80C-93B4C9D0DAE9}" dt="2019-03-14T03:49:55.218" v="1248" actId="1076"/>
          <ac:spMkLst>
            <pc:docMk/>
            <pc:sldMk cId="290784346" sldId="273"/>
            <ac:spMk id="144" creationId="{72058068-79EB-DF40-8BBB-76591BA10895}"/>
          </ac:spMkLst>
        </pc:spChg>
        <pc:spChg chg="add mod">
          <ac:chgData name="Tiansheng Wang" userId="26352113-6e83-492f-84ac-f369dd862d7e" providerId="ADAL" clId="{D40248DC-5349-E546-B80C-93B4C9D0DAE9}" dt="2019-03-14T03:49:55.218" v="1248" actId="1076"/>
          <ac:spMkLst>
            <pc:docMk/>
            <pc:sldMk cId="290784346" sldId="273"/>
            <ac:spMk id="145" creationId="{E3DDB479-6443-7A47-9733-FF309A4B2CE9}"/>
          </ac:spMkLst>
        </pc:spChg>
        <pc:spChg chg="add del mod">
          <ac:chgData name="Tiansheng Wang" userId="26352113-6e83-492f-84ac-f369dd862d7e" providerId="ADAL" clId="{D40248DC-5349-E546-B80C-93B4C9D0DAE9}" dt="2019-03-14T03:20:55.350" v="586" actId="478"/>
          <ac:spMkLst>
            <pc:docMk/>
            <pc:sldMk cId="290784346" sldId="273"/>
            <ac:spMk id="146" creationId="{CEE08095-B4AA-5741-884B-00F0E6CE3F80}"/>
          </ac:spMkLst>
        </pc:spChg>
        <pc:spChg chg="add del mod">
          <ac:chgData name="Tiansheng Wang" userId="26352113-6e83-492f-84ac-f369dd862d7e" providerId="ADAL" clId="{D40248DC-5349-E546-B80C-93B4C9D0DAE9}" dt="2019-03-14T03:20:55.350" v="586" actId="478"/>
          <ac:spMkLst>
            <pc:docMk/>
            <pc:sldMk cId="290784346" sldId="273"/>
            <ac:spMk id="147" creationId="{FD2797C7-614D-3345-A573-D17FED821BB9}"/>
          </ac:spMkLst>
        </pc:spChg>
        <pc:spChg chg="add del mod">
          <ac:chgData name="Tiansheng Wang" userId="26352113-6e83-492f-84ac-f369dd862d7e" providerId="ADAL" clId="{D40248DC-5349-E546-B80C-93B4C9D0DAE9}" dt="2019-03-14T03:49:35.735" v="1246" actId="478"/>
          <ac:spMkLst>
            <pc:docMk/>
            <pc:sldMk cId="290784346" sldId="273"/>
            <ac:spMk id="148" creationId="{F5945CC7-CF76-0547-BBD8-C0EBAD6DA2DA}"/>
          </ac:spMkLst>
        </pc:spChg>
        <pc:spChg chg="add del mod">
          <ac:chgData name="Tiansheng Wang" userId="26352113-6e83-492f-84ac-f369dd862d7e" providerId="ADAL" clId="{D40248DC-5349-E546-B80C-93B4C9D0DAE9}" dt="2019-03-14T03:49:35.735" v="1246" actId="478"/>
          <ac:spMkLst>
            <pc:docMk/>
            <pc:sldMk cId="290784346" sldId="273"/>
            <ac:spMk id="149" creationId="{28B40316-5A58-6E46-A244-1BD8191B3A11}"/>
          </ac:spMkLst>
        </pc:spChg>
        <pc:spChg chg="add mod">
          <ac:chgData name="Tiansheng Wang" userId="26352113-6e83-492f-84ac-f369dd862d7e" providerId="ADAL" clId="{D40248DC-5349-E546-B80C-93B4C9D0DAE9}" dt="2019-03-14T04:18:41.834" v="1787" actId="1076"/>
          <ac:spMkLst>
            <pc:docMk/>
            <pc:sldMk cId="290784346" sldId="273"/>
            <ac:spMk id="150" creationId="{767FBEA0-C233-D345-ADA4-F68951A000D1}"/>
          </ac:spMkLst>
        </pc:spChg>
        <pc:spChg chg="add mod">
          <ac:chgData name="Tiansheng Wang" userId="26352113-6e83-492f-84ac-f369dd862d7e" providerId="ADAL" clId="{D40248DC-5349-E546-B80C-93B4C9D0DAE9}" dt="2019-03-14T03:58:45.041" v="1377" actId="1076"/>
          <ac:spMkLst>
            <pc:docMk/>
            <pc:sldMk cId="290784346" sldId="273"/>
            <ac:spMk id="151" creationId="{24B0435B-5573-2E40-8332-2D372A8C41E7}"/>
          </ac:spMkLst>
        </pc:spChg>
        <pc:spChg chg="add mod">
          <ac:chgData name="Tiansheng Wang" userId="26352113-6e83-492f-84ac-f369dd862d7e" providerId="ADAL" clId="{D40248DC-5349-E546-B80C-93B4C9D0DAE9}" dt="2019-03-14T03:58:45.041" v="1377" actId="1076"/>
          <ac:spMkLst>
            <pc:docMk/>
            <pc:sldMk cId="290784346" sldId="273"/>
            <ac:spMk id="152" creationId="{623DEFB4-ECCC-0D41-A1D6-86239CBA03A1}"/>
          </ac:spMkLst>
        </pc:spChg>
        <pc:spChg chg="add mod">
          <ac:chgData name="Tiansheng Wang" userId="26352113-6e83-492f-84ac-f369dd862d7e" providerId="ADAL" clId="{D40248DC-5349-E546-B80C-93B4C9D0DAE9}" dt="2019-03-14T03:58:45.041" v="1377" actId="1076"/>
          <ac:spMkLst>
            <pc:docMk/>
            <pc:sldMk cId="290784346" sldId="273"/>
            <ac:spMk id="153" creationId="{63A0040D-AC02-4046-9857-5CBAF1AB0BA4}"/>
          </ac:spMkLst>
        </pc:spChg>
        <pc:spChg chg="add mod">
          <ac:chgData name="Tiansheng Wang" userId="26352113-6e83-492f-84ac-f369dd862d7e" providerId="ADAL" clId="{D40248DC-5349-E546-B80C-93B4C9D0DAE9}" dt="2019-03-14T03:58:45.041" v="1377" actId="1076"/>
          <ac:spMkLst>
            <pc:docMk/>
            <pc:sldMk cId="290784346" sldId="273"/>
            <ac:spMk id="154" creationId="{3504F48D-C707-7B41-88F8-3BA7F06327B8}"/>
          </ac:spMkLst>
        </pc:spChg>
        <pc:spChg chg="add mod">
          <ac:chgData name="Tiansheng Wang" userId="26352113-6e83-492f-84ac-f369dd862d7e" providerId="ADAL" clId="{D40248DC-5349-E546-B80C-93B4C9D0DAE9}" dt="2019-03-14T03:58:45.041" v="1377" actId="1076"/>
          <ac:spMkLst>
            <pc:docMk/>
            <pc:sldMk cId="290784346" sldId="273"/>
            <ac:spMk id="155" creationId="{17B96713-BC56-2343-BD6A-77B6DE37E9EA}"/>
          </ac:spMkLst>
        </pc:spChg>
        <pc:spChg chg="add mod">
          <ac:chgData name="Tiansheng Wang" userId="26352113-6e83-492f-84ac-f369dd862d7e" providerId="ADAL" clId="{D40248DC-5349-E546-B80C-93B4C9D0DAE9}" dt="2019-03-14T03:58:45.041" v="1377" actId="1076"/>
          <ac:spMkLst>
            <pc:docMk/>
            <pc:sldMk cId="290784346" sldId="273"/>
            <ac:spMk id="156" creationId="{F9FB2BD4-323A-544A-996B-83DD051CE1CA}"/>
          </ac:spMkLst>
        </pc:spChg>
        <pc:spChg chg="add mod">
          <ac:chgData name="Tiansheng Wang" userId="26352113-6e83-492f-84ac-f369dd862d7e" providerId="ADAL" clId="{D40248DC-5349-E546-B80C-93B4C9D0DAE9}" dt="2019-03-14T04:17:09.737" v="1758" actId="1076"/>
          <ac:spMkLst>
            <pc:docMk/>
            <pc:sldMk cId="290784346" sldId="273"/>
            <ac:spMk id="157" creationId="{0035205E-9BA2-B14B-B0DA-81CF1E41A928}"/>
          </ac:spMkLst>
        </pc:spChg>
        <pc:spChg chg="add mod">
          <ac:chgData name="Tiansheng Wang" userId="26352113-6e83-492f-84ac-f369dd862d7e" providerId="ADAL" clId="{D40248DC-5349-E546-B80C-93B4C9D0DAE9}" dt="2019-03-14T04:17:11.616" v="1759" actId="1076"/>
          <ac:spMkLst>
            <pc:docMk/>
            <pc:sldMk cId="290784346" sldId="273"/>
            <ac:spMk id="158" creationId="{B252EFAC-0010-9E4B-B017-C286789E152C}"/>
          </ac:spMkLst>
        </pc:spChg>
        <pc:spChg chg="add mod">
          <ac:chgData name="Tiansheng Wang" userId="26352113-6e83-492f-84ac-f369dd862d7e" providerId="ADAL" clId="{D40248DC-5349-E546-B80C-93B4C9D0DAE9}" dt="2019-03-14T04:17:14.282" v="1760" actId="1076"/>
          <ac:spMkLst>
            <pc:docMk/>
            <pc:sldMk cId="290784346" sldId="273"/>
            <ac:spMk id="159" creationId="{1A0743EF-38FC-1146-A1F1-9959E7724DF2}"/>
          </ac:spMkLst>
        </pc:spChg>
        <pc:spChg chg="add del mod">
          <ac:chgData name="Tiansheng Wang" userId="26352113-6e83-492f-84ac-f369dd862d7e" providerId="ADAL" clId="{D40248DC-5349-E546-B80C-93B4C9D0DAE9}" dt="2019-03-14T03:50:31.932" v="1254" actId="478"/>
          <ac:spMkLst>
            <pc:docMk/>
            <pc:sldMk cId="290784346" sldId="273"/>
            <ac:spMk id="160" creationId="{5AA6628D-2104-C548-8879-20365EE23FA2}"/>
          </ac:spMkLst>
        </pc:spChg>
        <pc:spChg chg="add del mod">
          <ac:chgData name="Tiansheng Wang" userId="26352113-6e83-492f-84ac-f369dd862d7e" providerId="ADAL" clId="{D40248DC-5349-E546-B80C-93B4C9D0DAE9}" dt="2019-03-14T03:50:31.932" v="1254" actId="478"/>
          <ac:spMkLst>
            <pc:docMk/>
            <pc:sldMk cId="290784346" sldId="273"/>
            <ac:spMk id="161" creationId="{98DAF11A-3A20-B046-A0A0-F671C5FF491E}"/>
          </ac:spMkLst>
        </pc:spChg>
        <pc:spChg chg="add mod">
          <ac:chgData name="Tiansheng Wang" userId="26352113-6e83-492f-84ac-f369dd862d7e" providerId="ADAL" clId="{D40248DC-5349-E546-B80C-93B4C9D0DAE9}" dt="2019-03-14T04:15:45.970" v="1748" actId="1035"/>
          <ac:spMkLst>
            <pc:docMk/>
            <pc:sldMk cId="290784346" sldId="273"/>
            <ac:spMk id="162" creationId="{E62518CB-BDDA-F749-A96F-10523DABEDAD}"/>
          </ac:spMkLst>
        </pc:spChg>
        <pc:spChg chg="add mod">
          <ac:chgData name="Tiansheng Wang" userId="26352113-6e83-492f-84ac-f369dd862d7e" providerId="ADAL" clId="{D40248DC-5349-E546-B80C-93B4C9D0DAE9}" dt="2019-03-14T04:15:45.970" v="1748" actId="1035"/>
          <ac:spMkLst>
            <pc:docMk/>
            <pc:sldMk cId="290784346" sldId="273"/>
            <ac:spMk id="163" creationId="{25023BBC-ED3E-E44C-83E6-078F5EE3FE0A}"/>
          </ac:spMkLst>
        </pc:spChg>
        <pc:spChg chg="add mod">
          <ac:chgData name="Tiansheng Wang" userId="26352113-6e83-492f-84ac-f369dd862d7e" providerId="ADAL" clId="{D40248DC-5349-E546-B80C-93B4C9D0DAE9}" dt="2019-03-14T04:15:45.970" v="1748" actId="1035"/>
          <ac:spMkLst>
            <pc:docMk/>
            <pc:sldMk cId="290784346" sldId="273"/>
            <ac:spMk id="164" creationId="{F69B6102-5A58-AD4F-8672-AEAE892BB7A5}"/>
          </ac:spMkLst>
        </pc:spChg>
        <pc:spChg chg="add mod">
          <ac:chgData name="Tiansheng Wang" userId="26352113-6e83-492f-84ac-f369dd862d7e" providerId="ADAL" clId="{D40248DC-5349-E546-B80C-93B4C9D0DAE9}" dt="2019-03-14T04:15:45.970" v="1748" actId="1035"/>
          <ac:spMkLst>
            <pc:docMk/>
            <pc:sldMk cId="290784346" sldId="273"/>
            <ac:spMk id="165" creationId="{A80A61BD-5BFB-7B4F-B6B3-E6F5E7415F17}"/>
          </ac:spMkLst>
        </pc:spChg>
        <pc:spChg chg="add del">
          <ac:chgData name="Tiansheng Wang" userId="26352113-6e83-492f-84ac-f369dd862d7e" providerId="ADAL" clId="{D40248DC-5349-E546-B80C-93B4C9D0DAE9}" dt="2019-03-14T03:27:43.622" v="714"/>
          <ac:spMkLst>
            <pc:docMk/>
            <pc:sldMk cId="290784346" sldId="273"/>
            <ac:spMk id="167" creationId="{281EDD12-7E7D-AD4B-ACAE-9F6DF1C99F8A}"/>
          </ac:spMkLst>
        </pc:spChg>
        <pc:spChg chg="add mod">
          <ac:chgData name="Tiansheng Wang" userId="26352113-6e83-492f-84ac-f369dd862d7e" providerId="ADAL" clId="{D40248DC-5349-E546-B80C-93B4C9D0DAE9}" dt="2019-03-14T04:15:45.970" v="1748" actId="1035"/>
          <ac:spMkLst>
            <pc:docMk/>
            <pc:sldMk cId="290784346" sldId="273"/>
            <ac:spMk id="168" creationId="{27E11968-D28C-E745-8D8D-27EFCFCACB51}"/>
          </ac:spMkLst>
        </pc:spChg>
        <pc:spChg chg="add mod">
          <ac:chgData name="Tiansheng Wang" userId="26352113-6e83-492f-84ac-f369dd862d7e" providerId="ADAL" clId="{D40248DC-5349-E546-B80C-93B4C9D0DAE9}" dt="2019-03-14T04:15:45.970" v="1748" actId="1035"/>
          <ac:spMkLst>
            <pc:docMk/>
            <pc:sldMk cId="290784346" sldId="273"/>
            <ac:spMk id="169" creationId="{01EE6245-AE98-A24E-8490-4ABF8F855DBD}"/>
          </ac:spMkLst>
        </pc:spChg>
        <pc:spChg chg="add mod">
          <ac:chgData name="Tiansheng Wang" userId="26352113-6e83-492f-84ac-f369dd862d7e" providerId="ADAL" clId="{D40248DC-5349-E546-B80C-93B4C9D0DAE9}" dt="2019-03-14T04:15:45.970" v="1748" actId="1035"/>
          <ac:spMkLst>
            <pc:docMk/>
            <pc:sldMk cId="290784346" sldId="273"/>
            <ac:spMk id="170" creationId="{2504C5DD-85A7-7B44-990C-37957CEDE5B2}"/>
          </ac:spMkLst>
        </pc:spChg>
        <pc:spChg chg="add mod">
          <ac:chgData name="Tiansheng Wang" userId="26352113-6e83-492f-84ac-f369dd862d7e" providerId="ADAL" clId="{D40248DC-5349-E546-B80C-93B4C9D0DAE9}" dt="2019-03-14T04:15:45.970" v="1748" actId="1035"/>
          <ac:spMkLst>
            <pc:docMk/>
            <pc:sldMk cId="290784346" sldId="273"/>
            <ac:spMk id="171" creationId="{3543233C-62C3-0543-97F9-A87DDB8CACFE}"/>
          </ac:spMkLst>
        </pc:spChg>
        <pc:spChg chg="add mod">
          <ac:chgData name="Tiansheng Wang" userId="26352113-6e83-492f-84ac-f369dd862d7e" providerId="ADAL" clId="{D40248DC-5349-E546-B80C-93B4C9D0DAE9}" dt="2019-03-14T04:15:45.970" v="1748" actId="1035"/>
          <ac:spMkLst>
            <pc:docMk/>
            <pc:sldMk cId="290784346" sldId="273"/>
            <ac:spMk id="172" creationId="{1F9D1513-DFAA-224E-8598-38D4A3FE85D0}"/>
          </ac:spMkLst>
        </pc:spChg>
        <pc:spChg chg="add mod">
          <ac:chgData name="Tiansheng Wang" userId="26352113-6e83-492f-84ac-f369dd862d7e" providerId="ADAL" clId="{D40248DC-5349-E546-B80C-93B4C9D0DAE9}" dt="2019-03-14T04:15:45.970" v="1748" actId="1035"/>
          <ac:spMkLst>
            <pc:docMk/>
            <pc:sldMk cId="290784346" sldId="273"/>
            <ac:spMk id="173" creationId="{9985F87E-F848-BC46-9B0F-3A18E194F7E4}"/>
          </ac:spMkLst>
        </pc:spChg>
        <pc:spChg chg="add mod">
          <ac:chgData name="Tiansheng Wang" userId="26352113-6e83-492f-84ac-f369dd862d7e" providerId="ADAL" clId="{D40248DC-5349-E546-B80C-93B4C9D0DAE9}" dt="2019-03-14T04:15:45.970" v="1748" actId="1035"/>
          <ac:spMkLst>
            <pc:docMk/>
            <pc:sldMk cId="290784346" sldId="273"/>
            <ac:spMk id="174" creationId="{51B88996-52FD-5B4F-B3AC-28C650CC293D}"/>
          </ac:spMkLst>
        </pc:spChg>
        <pc:spChg chg="add mod">
          <ac:chgData name="Tiansheng Wang" userId="26352113-6e83-492f-84ac-f369dd862d7e" providerId="ADAL" clId="{D40248DC-5349-E546-B80C-93B4C9D0DAE9}" dt="2019-03-14T04:15:45.970" v="1748" actId="1035"/>
          <ac:spMkLst>
            <pc:docMk/>
            <pc:sldMk cId="290784346" sldId="273"/>
            <ac:spMk id="175" creationId="{33B431AA-D8F8-4041-8E98-5A9C33E66C0B}"/>
          </ac:spMkLst>
        </pc:spChg>
        <pc:spChg chg="add mod">
          <ac:chgData name="Tiansheng Wang" userId="26352113-6e83-492f-84ac-f369dd862d7e" providerId="ADAL" clId="{D40248DC-5349-E546-B80C-93B4C9D0DAE9}" dt="2019-03-14T04:15:45.970" v="1748" actId="1035"/>
          <ac:spMkLst>
            <pc:docMk/>
            <pc:sldMk cId="290784346" sldId="273"/>
            <ac:spMk id="176" creationId="{E7472038-17B5-F546-8F78-C310F508237D}"/>
          </ac:spMkLst>
        </pc:spChg>
        <pc:spChg chg="add mod">
          <ac:chgData name="Tiansheng Wang" userId="26352113-6e83-492f-84ac-f369dd862d7e" providerId="ADAL" clId="{D40248DC-5349-E546-B80C-93B4C9D0DAE9}" dt="2019-03-14T04:15:45.970" v="1748" actId="1035"/>
          <ac:spMkLst>
            <pc:docMk/>
            <pc:sldMk cId="290784346" sldId="273"/>
            <ac:spMk id="177" creationId="{D26FB035-DDD5-C048-857C-BD57B8D1CD9D}"/>
          </ac:spMkLst>
        </pc:spChg>
        <pc:spChg chg="add mod">
          <ac:chgData name="Tiansheng Wang" userId="26352113-6e83-492f-84ac-f369dd862d7e" providerId="ADAL" clId="{D40248DC-5349-E546-B80C-93B4C9D0DAE9}" dt="2019-03-14T04:15:45.970" v="1748" actId="1035"/>
          <ac:spMkLst>
            <pc:docMk/>
            <pc:sldMk cId="290784346" sldId="273"/>
            <ac:spMk id="178" creationId="{E289E21C-5F0F-1F46-BF1E-59BB458E4A61}"/>
          </ac:spMkLst>
        </pc:spChg>
        <pc:spChg chg="add del mod">
          <ac:chgData name="Tiansheng Wang" userId="26352113-6e83-492f-84ac-f369dd862d7e" providerId="ADAL" clId="{D40248DC-5349-E546-B80C-93B4C9D0DAE9}" dt="2019-03-14T03:54:24.920" v="1300" actId="478"/>
          <ac:spMkLst>
            <pc:docMk/>
            <pc:sldMk cId="290784346" sldId="273"/>
            <ac:spMk id="179" creationId="{B2CD5DE7-F094-1644-B393-90D3D9D8D63B}"/>
          </ac:spMkLst>
        </pc:spChg>
        <pc:spChg chg="add del mod">
          <ac:chgData name="Tiansheng Wang" userId="26352113-6e83-492f-84ac-f369dd862d7e" providerId="ADAL" clId="{D40248DC-5349-E546-B80C-93B4C9D0DAE9}" dt="2019-03-14T03:50:31.932" v="1254" actId="478"/>
          <ac:spMkLst>
            <pc:docMk/>
            <pc:sldMk cId="290784346" sldId="273"/>
            <ac:spMk id="180" creationId="{D2142C6E-7356-D543-8881-E97D0CA31650}"/>
          </ac:spMkLst>
        </pc:spChg>
        <pc:spChg chg="add del mod">
          <ac:chgData name="Tiansheng Wang" userId="26352113-6e83-492f-84ac-f369dd862d7e" providerId="ADAL" clId="{D40248DC-5349-E546-B80C-93B4C9D0DAE9}" dt="2019-03-14T03:50:31.932" v="1254" actId="478"/>
          <ac:spMkLst>
            <pc:docMk/>
            <pc:sldMk cId="290784346" sldId="273"/>
            <ac:spMk id="181" creationId="{BEF906A6-DFB4-A94F-AB20-4111033B1E5B}"/>
          </ac:spMkLst>
        </pc:spChg>
        <pc:spChg chg="add mod">
          <ac:chgData name="Tiansheng Wang" userId="26352113-6e83-492f-84ac-f369dd862d7e" providerId="ADAL" clId="{D40248DC-5349-E546-B80C-93B4C9D0DAE9}" dt="2019-03-14T04:15:45.970" v="1748" actId="1035"/>
          <ac:spMkLst>
            <pc:docMk/>
            <pc:sldMk cId="290784346" sldId="273"/>
            <ac:spMk id="182" creationId="{0C703FCC-8137-1B4E-8C1E-CE80E4ED58F5}"/>
          </ac:spMkLst>
        </pc:spChg>
        <pc:spChg chg="add mod">
          <ac:chgData name="Tiansheng Wang" userId="26352113-6e83-492f-84ac-f369dd862d7e" providerId="ADAL" clId="{D40248DC-5349-E546-B80C-93B4C9D0DAE9}" dt="2019-03-14T04:15:45.970" v="1748" actId="1035"/>
          <ac:spMkLst>
            <pc:docMk/>
            <pc:sldMk cId="290784346" sldId="273"/>
            <ac:spMk id="183" creationId="{BC004DB1-8A74-7A42-9D39-ACC91A7AC46D}"/>
          </ac:spMkLst>
        </pc:spChg>
        <pc:spChg chg="add mod">
          <ac:chgData name="Tiansheng Wang" userId="26352113-6e83-492f-84ac-f369dd862d7e" providerId="ADAL" clId="{D40248DC-5349-E546-B80C-93B4C9D0DAE9}" dt="2019-03-14T04:15:45.970" v="1748" actId="1035"/>
          <ac:spMkLst>
            <pc:docMk/>
            <pc:sldMk cId="290784346" sldId="273"/>
            <ac:spMk id="184" creationId="{4597C10B-31AB-4B43-A6D4-C42A44583058}"/>
          </ac:spMkLst>
        </pc:spChg>
        <pc:spChg chg="add mod">
          <ac:chgData name="Tiansheng Wang" userId="26352113-6e83-492f-84ac-f369dd862d7e" providerId="ADAL" clId="{D40248DC-5349-E546-B80C-93B4C9D0DAE9}" dt="2019-03-14T04:15:45.970" v="1748" actId="1035"/>
          <ac:spMkLst>
            <pc:docMk/>
            <pc:sldMk cId="290784346" sldId="273"/>
            <ac:spMk id="185" creationId="{1FC8585B-DC24-F342-8A0E-8726E2345047}"/>
          </ac:spMkLst>
        </pc:spChg>
        <pc:spChg chg="add mod">
          <ac:chgData name="Tiansheng Wang" userId="26352113-6e83-492f-84ac-f369dd862d7e" providerId="ADAL" clId="{D40248DC-5349-E546-B80C-93B4C9D0DAE9}" dt="2019-03-14T04:15:45.970" v="1748" actId="1035"/>
          <ac:spMkLst>
            <pc:docMk/>
            <pc:sldMk cId="290784346" sldId="273"/>
            <ac:spMk id="186" creationId="{04EC167F-0BB6-B045-8721-04BE22FB34B4}"/>
          </ac:spMkLst>
        </pc:spChg>
        <pc:spChg chg="add mod">
          <ac:chgData name="Tiansheng Wang" userId="26352113-6e83-492f-84ac-f369dd862d7e" providerId="ADAL" clId="{D40248DC-5349-E546-B80C-93B4C9D0DAE9}" dt="2019-03-14T04:15:45.970" v="1748" actId="1035"/>
          <ac:spMkLst>
            <pc:docMk/>
            <pc:sldMk cId="290784346" sldId="273"/>
            <ac:spMk id="187" creationId="{8BDE2EED-194F-0145-AACB-5F114EBB911E}"/>
          </ac:spMkLst>
        </pc:spChg>
        <pc:spChg chg="add mod">
          <ac:chgData name="Tiansheng Wang" userId="26352113-6e83-492f-84ac-f369dd862d7e" providerId="ADAL" clId="{D40248DC-5349-E546-B80C-93B4C9D0DAE9}" dt="2019-03-14T04:15:45.970" v="1748" actId="1035"/>
          <ac:spMkLst>
            <pc:docMk/>
            <pc:sldMk cId="290784346" sldId="273"/>
            <ac:spMk id="188" creationId="{2865150B-1058-9E41-9C69-6A593FE02F24}"/>
          </ac:spMkLst>
        </pc:spChg>
        <pc:spChg chg="add mod">
          <ac:chgData name="Tiansheng Wang" userId="26352113-6e83-492f-84ac-f369dd862d7e" providerId="ADAL" clId="{D40248DC-5349-E546-B80C-93B4C9D0DAE9}" dt="2019-03-14T04:15:45.970" v="1748" actId="1035"/>
          <ac:spMkLst>
            <pc:docMk/>
            <pc:sldMk cId="290784346" sldId="273"/>
            <ac:spMk id="189" creationId="{BD54C385-E942-FC41-A23B-B3E9D128DE4C}"/>
          </ac:spMkLst>
        </pc:spChg>
        <pc:spChg chg="add mod">
          <ac:chgData name="Tiansheng Wang" userId="26352113-6e83-492f-84ac-f369dd862d7e" providerId="ADAL" clId="{D40248DC-5349-E546-B80C-93B4C9D0DAE9}" dt="2019-03-14T04:15:45.970" v="1748" actId="1035"/>
          <ac:spMkLst>
            <pc:docMk/>
            <pc:sldMk cId="290784346" sldId="273"/>
            <ac:spMk id="190" creationId="{9E1F4E18-D3A4-5742-B7AA-AADFC832DDB8}"/>
          </ac:spMkLst>
        </pc:spChg>
        <pc:spChg chg="add mod">
          <ac:chgData name="Tiansheng Wang" userId="26352113-6e83-492f-84ac-f369dd862d7e" providerId="ADAL" clId="{D40248DC-5349-E546-B80C-93B4C9D0DAE9}" dt="2019-03-14T04:15:45.970" v="1748" actId="1035"/>
          <ac:spMkLst>
            <pc:docMk/>
            <pc:sldMk cId="290784346" sldId="273"/>
            <ac:spMk id="191" creationId="{F68E5A88-F9FD-C245-9FBB-D001B3EF10FE}"/>
          </ac:spMkLst>
        </pc:spChg>
        <pc:spChg chg="add del mod">
          <ac:chgData name="Tiansheng Wang" userId="26352113-6e83-492f-84ac-f369dd862d7e" providerId="ADAL" clId="{D40248DC-5349-E546-B80C-93B4C9D0DAE9}" dt="2019-03-14T03:54:14.243" v="1297" actId="478"/>
          <ac:spMkLst>
            <pc:docMk/>
            <pc:sldMk cId="290784346" sldId="273"/>
            <ac:spMk id="192" creationId="{03264E3E-3A8C-5949-93F3-34056CFA1D9C}"/>
          </ac:spMkLst>
        </pc:spChg>
        <pc:spChg chg="add del mod">
          <ac:chgData name="Tiansheng Wang" userId="26352113-6e83-492f-84ac-f369dd862d7e" providerId="ADAL" clId="{D40248DC-5349-E546-B80C-93B4C9D0DAE9}" dt="2019-03-14T03:54:15.886" v="1298" actId="478"/>
          <ac:spMkLst>
            <pc:docMk/>
            <pc:sldMk cId="290784346" sldId="273"/>
            <ac:spMk id="193" creationId="{B4EC1205-3A5A-3F43-9F26-1D2B1AF4A4A1}"/>
          </ac:spMkLst>
        </pc:spChg>
        <pc:spChg chg="add del mod">
          <ac:chgData name="Tiansheng Wang" userId="26352113-6e83-492f-84ac-f369dd862d7e" providerId="ADAL" clId="{D40248DC-5349-E546-B80C-93B4C9D0DAE9}" dt="2019-03-14T03:54:16.958" v="1299" actId="478"/>
          <ac:spMkLst>
            <pc:docMk/>
            <pc:sldMk cId="290784346" sldId="273"/>
            <ac:spMk id="194" creationId="{F4DBDAFD-3C9A-A345-A8AE-32AB9A210521}"/>
          </ac:spMkLst>
        </pc:spChg>
        <pc:spChg chg="add del mod">
          <ac:chgData name="Tiansheng Wang" userId="26352113-6e83-492f-84ac-f369dd862d7e" providerId="ADAL" clId="{D40248DC-5349-E546-B80C-93B4C9D0DAE9}" dt="2019-03-14T03:38:18.318" v="1136" actId="478"/>
          <ac:spMkLst>
            <pc:docMk/>
            <pc:sldMk cId="290784346" sldId="273"/>
            <ac:spMk id="195" creationId="{E472BD8A-2899-0347-8B6F-62309DD9E6B9}"/>
          </ac:spMkLst>
        </pc:spChg>
        <pc:spChg chg="add del mod">
          <ac:chgData name="Tiansheng Wang" userId="26352113-6e83-492f-84ac-f369dd862d7e" providerId="ADAL" clId="{D40248DC-5349-E546-B80C-93B4C9D0DAE9}" dt="2019-03-14T03:38:16.841" v="1135" actId="478"/>
          <ac:spMkLst>
            <pc:docMk/>
            <pc:sldMk cId="290784346" sldId="273"/>
            <ac:spMk id="196" creationId="{A185CD25-3752-5C42-B7F9-AED739563E57}"/>
          </ac:spMkLst>
        </pc:spChg>
        <pc:spChg chg="add del mod">
          <ac:chgData name="Tiansheng Wang" userId="26352113-6e83-492f-84ac-f369dd862d7e" providerId="ADAL" clId="{D40248DC-5349-E546-B80C-93B4C9D0DAE9}" dt="2019-03-14T03:38:05.342" v="1134" actId="478"/>
          <ac:spMkLst>
            <pc:docMk/>
            <pc:sldMk cId="290784346" sldId="273"/>
            <ac:spMk id="197" creationId="{A25475BC-AA63-7E4A-AEFC-8420ABDF816A}"/>
          </ac:spMkLst>
        </pc:spChg>
        <pc:spChg chg="add del mod">
          <ac:chgData name="Tiansheng Wang" userId="26352113-6e83-492f-84ac-f369dd862d7e" providerId="ADAL" clId="{D40248DC-5349-E546-B80C-93B4C9D0DAE9}" dt="2019-03-14T03:34:12.072" v="810" actId="478"/>
          <ac:spMkLst>
            <pc:docMk/>
            <pc:sldMk cId="290784346" sldId="273"/>
            <ac:spMk id="217" creationId="{28B71769-B7D5-9642-B2C8-0A1E83BFF656}"/>
          </ac:spMkLst>
        </pc:spChg>
        <pc:spChg chg="add del mod">
          <ac:chgData name="Tiansheng Wang" userId="26352113-6e83-492f-84ac-f369dd862d7e" providerId="ADAL" clId="{D40248DC-5349-E546-B80C-93B4C9D0DAE9}" dt="2019-03-14T03:34:10.306" v="809" actId="478"/>
          <ac:spMkLst>
            <pc:docMk/>
            <pc:sldMk cId="290784346" sldId="273"/>
            <ac:spMk id="218" creationId="{BCBD1B3E-0541-974E-9D4C-49A29D88950B}"/>
          </ac:spMkLst>
        </pc:spChg>
        <pc:spChg chg="add del mod">
          <ac:chgData name="Tiansheng Wang" userId="26352113-6e83-492f-84ac-f369dd862d7e" providerId="ADAL" clId="{D40248DC-5349-E546-B80C-93B4C9D0DAE9}" dt="2019-03-14T03:50:26.745" v="1253" actId="478"/>
          <ac:spMkLst>
            <pc:docMk/>
            <pc:sldMk cId="290784346" sldId="273"/>
            <ac:spMk id="219" creationId="{C5FCB6F0-0ACD-EF41-97CF-7FDA811D0FC6}"/>
          </ac:spMkLst>
        </pc:spChg>
        <pc:spChg chg="add mod">
          <ac:chgData name="Tiansheng Wang" userId="26352113-6e83-492f-84ac-f369dd862d7e" providerId="ADAL" clId="{D40248DC-5349-E546-B80C-93B4C9D0DAE9}" dt="2019-03-14T04:14:59.599" v="1716" actId="1035"/>
          <ac:spMkLst>
            <pc:docMk/>
            <pc:sldMk cId="290784346" sldId="273"/>
            <ac:spMk id="220" creationId="{58961B19-4C5C-1C42-BC4F-C417BA3B492B}"/>
          </ac:spMkLst>
        </pc:spChg>
        <pc:spChg chg="add mod">
          <ac:chgData name="Tiansheng Wang" userId="26352113-6e83-492f-84ac-f369dd862d7e" providerId="ADAL" clId="{D40248DC-5349-E546-B80C-93B4C9D0DAE9}" dt="2019-03-14T04:14:59.599" v="1716" actId="1035"/>
          <ac:spMkLst>
            <pc:docMk/>
            <pc:sldMk cId="290784346" sldId="273"/>
            <ac:spMk id="221" creationId="{10C97DE5-CB73-324C-8B79-1C65CF943E08}"/>
          </ac:spMkLst>
        </pc:spChg>
        <pc:spChg chg="add mod">
          <ac:chgData name="Tiansheng Wang" userId="26352113-6e83-492f-84ac-f369dd862d7e" providerId="ADAL" clId="{D40248DC-5349-E546-B80C-93B4C9D0DAE9}" dt="2019-03-14T04:14:59.599" v="1716" actId="1035"/>
          <ac:spMkLst>
            <pc:docMk/>
            <pc:sldMk cId="290784346" sldId="273"/>
            <ac:spMk id="222" creationId="{5DC76F00-B940-DA43-9D52-4967CA8FAA20}"/>
          </ac:spMkLst>
        </pc:spChg>
        <pc:spChg chg="add mod">
          <ac:chgData name="Tiansheng Wang" userId="26352113-6e83-492f-84ac-f369dd862d7e" providerId="ADAL" clId="{D40248DC-5349-E546-B80C-93B4C9D0DAE9}" dt="2019-03-14T04:14:59.599" v="1716" actId="1035"/>
          <ac:spMkLst>
            <pc:docMk/>
            <pc:sldMk cId="290784346" sldId="273"/>
            <ac:spMk id="223" creationId="{C01089AD-DD44-ED48-821E-CF57CBEEA087}"/>
          </ac:spMkLst>
        </pc:spChg>
        <pc:spChg chg="add mod">
          <ac:chgData name="Tiansheng Wang" userId="26352113-6e83-492f-84ac-f369dd862d7e" providerId="ADAL" clId="{D40248DC-5349-E546-B80C-93B4C9D0DAE9}" dt="2019-03-14T04:14:59.599" v="1716" actId="1035"/>
          <ac:spMkLst>
            <pc:docMk/>
            <pc:sldMk cId="290784346" sldId="273"/>
            <ac:spMk id="224" creationId="{D39D14E1-2A50-0D40-9B59-D2D9463262DA}"/>
          </ac:spMkLst>
        </pc:spChg>
        <pc:spChg chg="add mod">
          <ac:chgData name="Tiansheng Wang" userId="26352113-6e83-492f-84ac-f369dd862d7e" providerId="ADAL" clId="{D40248DC-5349-E546-B80C-93B4C9D0DAE9}" dt="2019-03-14T04:14:59.599" v="1716" actId="1035"/>
          <ac:spMkLst>
            <pc:docMk/>
            <pc:sldMk cId="290784346" sldId="273"/>
            <ac:spMk id="225" creationId="{CCC55322-9075-1746-BE69-111A61C818A6}"/>
          </ac:spMkLst>
        </pc:spChg>
        <pc:spChg chg="add mod">
          <ac:chgData name="Tiansheng Wang" userId="26352113-6e83-492f-84ac-f369dd862d7e" providerId="ADAL" clId="{D40248DC-5349-E546-B80C-93B4C9D0DAE9}" dt="2019-03-14T04:14:59.599" v="1716" actId="1035"/>
          <ac:spMkLst>
            <pc:docMk/>
            <pc:sldMk cId="290784346" sldId="273"/>
            <ac:spMk id="226" creationId="{C5DDA03B-CCB4-1142-9F4C-B61606336A9D}"/>
          </ac:spMkLst>
        </pc:spChg>
        <pc:spChg chg="add mod">
          <ac:chgData name="Tiansheng Wang" userId="26352113-6e83-492f-84ac-f369dd862d7e" providerId="ADAL" clId="{D40248DC-5349-E546-B80C-93B4C9D0DAE9}" dt="2019-03-14T04:14:59.599" v="1716" actId="1035"/>
          <ac:spMkLst>
            <pc:docMk/>
            <pc:sldMk cId="290784346" sldId="273"/>
            <ac:spMk id="227" creationId="{885A384D-3EDB-0047-9381-A4187A285E95}"/>
          </ac:spMkLst>
        </pc:spChg>
        <pc:spChg chg="add mod">
          <ac:chgData name="Tiansheng Wang" userId="26352113-6e83-492f-84ac-f369dd862d7e" providerId="ADAL" clId="{D40248DC-5349-E546-B80C-93B4C9D0DAE9}" dt="2019-03-14T04:14:59.599" v="1716" actId="1035"/>
          <ac:spMkLst>
            <pc:docMk/>
            <pc:sldMk cId="290784346" sldId="273"/>
            <ac:spMk id="228" creationId="{E974C259-5416-EF43-B015-15AE84EFA2F1}"/>
          </ac:spMkLst>
        </pc:spChg>
        <pc:spChg chg="add del mod">
          <ac:chgData name="Tiansheng Wang" userId="26352113-6e83-492f-84ac-f369dd862d7e" providerId="ADAL" clId="{D40248DC-5349-E546-B80C-93B4C9D0DAE9}" dt="2019-03-14T03:59:22.892" v="1380" actId="478"/>
          <ac:spMkLst>
            <pc:docMk/>
            <pc:sldMk cId="290784346" sldId="273"/>
            <ac:spMk id="229" creationId="{47111AD2-0226-0F42-A913-A71E02073275}"/>
          </ac:spMkLst>
        </pc:spChg>
        <pc:spChg chg="add del mod">
          <ac:chgData name="Tiansheng Wang" userId="26352113-6e83-492f-84ac-f369dd862d7e" providerId="ADAL" clId="{D40248DC-5349-E546-B80C-93B4C9D0DAE9}" dt="2019-03-14T03:50:26.745" v="1253" actId="478"/>
          <ac:spMkLst>
            <pc:docMk/>
            <pc:sldMk cId="290784346" sldId="273"/>
            <ac:spMk id="230" creationId="{54590DA5-7415-2047-BD1D-19FD25631DA3}"/>
          </ac:spMkLst>
        </pc:spChg>
        <pc:spChg chg="add del mod">
          <ac:chgData name="Tiansheng Wang" userId="26352113-6e83-492f-84ac-f369dd862d7e" providerId="ADAL" clId="{D40248DC-5349-E546-B80C-93B4C9D0DAE9}" dt="2019-03-14T03:50:26.745" v="1253" actId="478"/>
          <ac:spMkLst>
            <pc:docMk/>
            <pc:sldMk cId="290784346" sldId="273"/>
            <ac:spMk id="231" creationId="{995C412E-5BD2-6342-ACA2-3546DB0F4BF2}"/>
          </ac:spMkLst>
        </pc:spChg>
        <pc:spChg chg="add mod">
          <ac:chgData name="Tiansheng Wang" userId="26352113-6e83-492f-84ac-f369dd862d7e" providerId="ADAL" clId="{D40248DC-5349-E546-B80C-93B4C9D0DAE9}" dt="2019-03-14T04:14:59.599" v="1716" actId="1035"/>
          <ac:spMkLst>
            <pc:docMk/>
            <pc:sldMk cId="290784346" sldId="273"/>
            <ac:spMk id="232" creationId="{3F61B7C4-B64F-2A44-A100-8B849B3C7C43}"/>
          </ac:spMkLst>
        </pc:spChg>
        <pc:spChg chg="add mod">
          <ac:chgData name="Tiansheng Wang" userId="26352113-6e83-492f-84ac-f369dd862d7e" providerId="ADAL" clId="{D40248DC-5349-E546-B80C-93B4C9D0DAE9}" dt="2019-03-14T04:14:59.599" v="1716" actId="1035"/>
          <ac:spMkLst>
            <pc:docMk/>
            <pc:sldMk cId="290784346" sldId="273"/>
            <ac:spMk id="233" creationId="{01F86146-9E6F-EC45-A615-92B3DE82902D}"/>
          </ac:spMkLst>
        </pc:spChg>
        <pc:spChg chg="add mod">
          <ac:chgData name="Tiansheng Wang" userId="26352113-6e83-492f-84ac-f369dd862d7e" providerId="ADAL" clId="{D40248DC-5349-E546-B80C-93B4C9D0DAE9}" dt="2019-03-14T04:14:59.599" v="1716" actId="1035"/>
          <ac:spMkLst>
            <pc:docMk/>
            <pc:sldMk cId="290784346" sldId="273"/>
            <ac:spMk id="234" creationId="{04E4121F-57FB-1841-B27F-299ECBE0EC90}"/>
          </ac:spMkLst>
        </pc:spChg>
        <pc:spChg chg="add mod">
          <ac:chgData name="Tiansheng Wang" userId="26352113-6e83-492f-84ac-f369dd862d7e" providerId="ADAL" clId="{D40248DC-5349-E546-B80C-93B4C9D0DAE9}" dt="2019-03-14T04:14:59.599" v="1716" actId="1035"/>
          <ac:spMkLst>
            <pc:docMk/>
            <pc:sldMk cId="290784346" sldId="273"/>
            <ac:spMk id="235" creationId="{C742CCB5-56F2-8446-9785-55012FAEC9FF}"/>
          </ac:spMkLst>
        </pc:spChg>
        <pc:spChg chg="add mod">
          <ac:chgData name="Tiansheng Wang" userId="26352113-6e83-492f-84ac-f369dd862d7e" providerId="ADAL" clId="{D40248DC-5349-E546-B80C-93B4C9D0DAE9}" dt="2019-03-14T04:14:59.599" v="1716" actId="1035"/>
          <ac:spMkLst>
            <pc:docMk/>
            <pc:sldMk cId="290784346" sldId="273"/>
            <ac:spMk id="236" creationId="{57A2FDB3-5C70-C54E-A91E-D6E12B2C4E92}"/>
          </ac:spMkLst>
        </pc:spChg>
        <pc:spChg chg="add mod">
          <ac:chgData name="Tiansheng Wang" userId="26352113-6e83-492f-84ac-f369dd862d7e" providerId="ADAL" clId="{D40248DC-5349-E546-B80C-93B4C9D0DAE9}" dt="2019-03-14T04:14:59.599" v="1716" actId="1035"/>
          <ac:spMkLst>
            <pc:docMk/>
            <pc:sldMk cId="290784346" sldId="273"/>
            <ac:spMk id="237" creationId="{F10A8E72-1BBE-1049-A96A-55D661B01E12}"/>
          </ac:spMkLst>
        </pc:spChg>
        <pc:spChg chg="add mod">
          <ac:chgData name="Tiansheng Wang" userId="26352113-6e83-492f-84ac-f369dd862d7e" providerId="ADAL" clId="{D40248DC-5349-E546-B80C-93B4C9D0DAE9}" dt="2019-03-14T04:14:59.599" v="1716" actId="1035"/>
          <ac:spMkLst>
            <pc:docMk/>
            <pc:sldMk cId="290784346" sldId="273"/>
            <ac:spMk id="238" creationId="{92D77DE1-2321-6F4B-A9E7-C8CA78C7998F}"/>
          </ac:spMkLst>
        </pc:spChg>
        <pc:spChg chg="add del mod">
          <ac:chgData name="Tiansheng Wang" userId="26352113-6e83-492f-84ac-f369dd862d7e" providerId="ADAL" clId="{D40248DC-5349-E546-B80C-93B4C9D0DAE9}" dt="2019-03-14T04:14:59.599" v="1716" actId="1035"/>
          <ac:spMkLst>
            <pc:docMk/>
            <pc:sldMk cId="290784346" sldId="273"/>
            <ac:spMk id="239" creationId="{CDFCB68A-7E38-F445-911E-072322ABA62B}"/>
          </ac:spMkLst>
        </pc:spChg>
        <pc:spChg chg="add del mod">
          <ac:chgData name="Tiansheng Wang" userId="26352113-6e83-492f-84ac-f369dd862d7e" providerId="ADAL" clId="{D40248DC-5349-E546-B80C-93B4C9D0DAE9}" dt="2019-03-14T03:40:19.663" v="1140" actId="478"/>
          <ac:spMkLst>
            <pc:docMk/>
            <pc:sldMk cId="290784346" sldId="273"/>
            <ac:spMk id="240" creationId="{954EFA85-F3D4-F94B-AB59-F8EA1279B509}"/>
          </ac:spMkLst>
        </pc:spChg>
        <pc:spChg chg="add del mod">
          <ac:chgData name="Tiansheng Wang" userId="26352113-6e83-492f-84ac-f369dd862d7e" providerId="ADAL" clId="{D40248DC-5349-E546-B80C-93B4C9D0DAE9}" dt="2019-03-14T03:40:16.862" v="1139" actId="478"/>
          <ac:spMkLst>
            <pc:docMk/>
            <pc:sldMk cId="290784346" sldId="273"/>
            <ac:spMk id="241" creationId="{59F6B632-FF92-514A-838A-D8E87D0A322C}"/>
          </ac:spMkLst>
        </pc:spChg>
        <pc:spChg chg="add del mod">
          <ac:chgData name="Tiansheng Wang" userId="26352113-6e83-492f-84ac-f369dd862d7e" providerId="ADAL" clId="{D40248DC-5349-E546-B80C-93B4C9D0DAE9}" dt="2019-03-14T03:50:26.745" v="1253" actId="478"/>
          <ac:spMkLst>
            <pc:docMk/>
            <pc:sldMk cId="290784346" sldId="273"/>
            <ac:spMk id="242" creationId="{A3D7877F-9EAD-6F41-9757-01A026666018}"/>
          </ac:spMkLst>
        </pc:spChg>
        <pc:spChg chg="add del mod">
          <ac:chgData name="Tiansheng Wang" userId="26352113-6e83-492f-84ac-f369dd862d7e" providerId="ADAL" clId="{D40248DC-5349-E546-B80C-93B4C9D0DAE9}" dt="2019-03-14T03:49:45.467" v="1247" actId="478"/>
          <ac:spMkLst>
            <pc:docMk/>
            <pc:sldMk cId="290784346" sldId="273"/>
            <ac:spMk id="243" creationId="{72FB6891-1ABA-8042-8CCF-A3AE646E3379}"/>
          </ac:spMkLst>
        </pc:spChg>
        <pc:spChg chg="add del mod">
          <ac:chgData name="Tiansheng Wang" userId="26352113-6e83-492f-84ac-f369dd862d7e" providerId="ADAL" clId="{D40248DC-5349-E546-B80C-93B4C9D0DAE9}" dt="2019-03-14T03:49:45.467" v="1247" actId="478"/>
          <ac:spMkLst>
            <pc:docMk/>
            <pc:sldMk cId="290784346" sldId="273"/>
            <ac:spMk id="244" creationId="{C3EB94A3-DB83-DF41-91D8-4EC199061B0E}"/>
          </ac:spMkLst>
        </pc:spChg>
        <pc:spChg chg="add mod">
          <ac:chgData name="Tiansheng Wang" userId="26352113-6e83-492f-84ac-f369dd862d7e" providerId="ADAL" clId="{D40248DC-5349-E546-B80C-93B4C9D0DAE9}" dt="2019-03-14T03:49:55.218" v="1248" actId="1076"/>
          <ac:spMkLst>
            <pc:docMk/>
            <pc:sldMk cId="290784346" sldId="273"/>
            <ac:spMk id="245" creationId="{C76B8263-4EC8-2849-9B4C-78D5C04BCE3D}"/>
          </ac:spMkLst>
        </pc:spChg>
        <pc:spChg chg="add mod">
          <ac:chgData name="Tiansheng Wang" userId="26352113-6e83-492f-84ac-f369dd862d7e" providerId="ADAL" clId="{D40248DC-5349-E546-B80C-93B4C9D0DAE9}" dt="2019-03-14T03:49:55.218" v="1248" actId="1076"/>
          <ac:spMkLst>
            <pc:docMk/>
            <pc:sldMk cId="290784346" sldId="273"/>
            <ac:spMk id="246" creationId="{E8B51832-17F6-8148-8559-C07C5BE259F7}"/>
          </ac:spMkLst>
        </pc:spChg>
        <pc:spChg chg="add del mod">
          <ac:chgData name="Tiansheng Wang" userId="26352113-6e83-492f-84ac-f369dd862d7e" providerId="ADAL" clId="{D40248DC-5349-E546-B80C-93B4C9D0DAE9}" dt="2019-03-14T03:49:35.735" v="1246" actId="478"/>
          <ac:spMkLst>
            <pc:docMk/>
            <pc:sldMk cId="290784346" sldId="273"/>
            <ac:spMk id="247" creationId="{3558EB8D-3C09-1844-B8CD-8DB67741C6A1}"/>
          </ac:spMkLst>
        </pc:spChg>
        <pc:spChg chg="add del mod">
          <ac:chgData name="Tiansheng Wang" userId="26352113-6e83-492f-84ac-f369dd862d7e" providerId="ADAL" clId="{D40248DC-5349-E546-B80C-93B4C9D0DAE9}" dt="2019-03-14T03:49:35.735" v="1246" actId="478"/>
          <ac:spMkLst>
            <pc:docMk/>
            <pc:sldMk cId="290784346" sldId="273"/>
            <ac:spMk id="248" creationId="{7A51B023-3676-8A46-83FE-4E74030B9DCE}"/>
          </ac:spMkLst>
        </pc:spChg>
        <pc:spChg chg="add mod">
          <ac:chgData name="Tiansheng Wang" userId="26352113-6e83-492f-84ac-f369dd862d7e" providerId="ADAL" clId="{D40248DC-5349-E546-B80C-93B4C9D0DAE9}" dt="2019-03-14T03:57:24.723" v="1355" actId="1076"/>
          <ac:spMkLst>
            <pc:docMk/>
            <pc:sldMk cId="290784346" sldId="273"/>
            <ac:spMk id="249" creationId="{8E1A1DCF-D779-A442-8DF7-FEF4E97CEAD1}"/>
          </ac:spMkLst>
        </pc:spChg>
        <pc:spChg chg="add mod">
          <ac:chgData name="Tiansheng Wang" userId="26352113-6e83-492f-84ac-f369dd862d7e" providerId="ADAL" clId="{D40248DC-5349-E546-B80C-93B4C9D0DAE9}" dt="2019-03-14T03:57:24.723" v="1355" actId="1076"/>
          <ac:spMkLst>
            <pc:docMk/>
            <pc:sldMk cId="290784346" sldId="273"/>
            <ac:spMk id="250" creationId="{DD75D242-0FD1-AC48-89A3-9174096F27D1}"/>
          </ac:spMkLst>
        </pc:spChg>
        <pc:spChg chg="add mod">
          <ac:chgData name="Tiansheng Wang" userId="26352113-6e83-492f-84ac-f369dd862d7e" providerId="ADAL" clId="{D40248DC-5349-E546-B80C-93B4C9D0DAE9}" dt="2019-03-14T03:57:24.723" v="1355" actId="1076"/>
          <ac:spMkLst>
            <pc:docMk/>
            <pc:sldMk cId="290784346" sldId="273"/>
            <ac:spMk id="251" creationId="{5294207B-47AC-3B4F-AA96-AF0EF3822284}"/>
          </ac:spMkLst>
        </pc:spChg>
        <pc:spChg chg="add mod">
          <ac:chgData name="Tiansheng Wang" userId="26352113-6e83-492f-84ac-f369dd862d7e" providerId="ADAL" clId="{D40248DC-5349-E546-B80C-93B4C9D0DAE9}" dt="2019-03-14T03:57:24.723" v="1355" actId="1076"/>
          <ac:spMkLst>
            <pc:docMk/>
            <pc:sldMk cId="290784346" sldId="273"/>
            <ac:spMk id="252" creationId="{B780324F-878F-4144-AC29-F2A5FB0DADBB}"/>
          </ac:spMkLst>
        </pc:spChg>
        <pc:spChg chg="add mod">
          <ac:chgData name="Tiansheng Wang" userId="26352113-6e83-492f-84ac-f369dd862d7e" providerId="ADAL" clId="{D40248DC-5349-E546-B80C-93B4C9D0DAE9}" dt="2019-03-14T03:57:24.723" v="1355" actId="1076"/>
          <ac:spMkLst>
            <pc:docMk/>
            <pc:sldMk cId="290784346" sldId="273"/>
            <ac:spMk id="253" creationId="{D9862D7A-01AC-814D-BD67-97E2B2AC2136}"/>
          </ac:spMkLst>
        </pc:spChg>
        <pc:spChg chg="add mod">
          <ac:chgData name="Tiansheng Wang" userId="26352113-6e83-492f-84ac-f369dd862d7e" providerId="ADAL" clId="{D40248DC-5349-E546-B80C-93B4C9D0DAE9}" dt="2019-03-14T03:57:24.723" v="1355" actId="1076"/>
          <ac:spMkLst>
            <pc:docMk/>
            <pc:sldMk cId="290784346" sldId="273"/>
            <ac:spMk id="254" creationId="{7B04618B-2AE4-FC4F-82CC-689E010DEFCD}"/>
          </ac:spMkLst>
        </pc:spChg>
        <pc:spChg chg="add mod">
          <ac:chgData name="Tiansheng Wang" userId="26352113-6e83-492f-84ac-f369dd862d7e" providerId="ADAL" clId="{D40248DC-5349-E546-B80C-93B4C9D0DAE9}" dt="2019-03-14T03:57:24.723" v="1355" actId="1076"/>
          <ac:spMkLst>
            <pc:docMk/>
            <pc:sldMk cId="290784346" sldId="273"/>
            <ac:spMk id="255" creationId="{D88957FC-4441-3340-87F5-0FF70933F366}"/>
          </ac:spMkLst>
        </pc:spChg>
        <pc:spChg chg="add mod">
          <ac:chgData name="Tiansheng Wang" userId="26352113-6e83-492f-84ac-f369dd862d7e" providerId="ADAL" clId="{D40248DC-5349-E546-B80C-93B4C9D0DAE9}" dt="2019-03-14T03:57:24.723" v="1355" actId="1076"/>
          <ac:spMkLst>
            <pc:docMk/>
            <pc:sldMk cId="290784346" sldId="273"/>
            <ac:spMk id="256" creationId="{FDEC255A-84C4-B64B-91F4-2BDAA0B41388}"/>
          </ac:spMkLst>
        </pc:spChg>
        <pc:spChg chg="add del mod">
          <ac:chgData name="Tiansheng Wang" userId="26352113-6e83-492f-84ac-f369dd862d7e" providerId="ADAL" clId="{D40248DC-5349-E546-B80C-93B4C9D0DAE9}" dt="2019-03-14T04:04:15.255" v="1394" actId="478"/>
          <ac:spMkLst>
            <pc:docMk/>
            <pc:sldMk cId="290784346" sldId="273"/>
            <ac:spMk id="257" creationId="{FE645D8B-BF39-1046-944A-27741FAE7436}"/>
          </ac:spMkLst>
        </pc:spChg>
        <pc:spChg chg="add del mod">
          <ac:chgData name="Tiansheng Wang" userId="26352113-6e83-492f-84ac-f369dd862d7e" providerId="ADAL" clId="{D40248DC-5349-E546-B80C-93B4C9D0DAE9}" dt="2019-03-14T04:04:14.102" v="1393" actId="478"/>
          <ac:spMkLst>
            <pc:docMk/>
            <pc:sldMk cId="290784346" sldId="273"/>
            <ac:spMk id="258" creationId="{375F0FC7-4851-3E41-847A-38ACB10DB8B0}"/>
          </ac:spMkLst>
        </pc:spChg>
        <pc:spChg chg="add del mod">
          <ac:chgData name="Tiansheng Wang" userId="26352113-6e83-492f-84ac-f369dd862d7e" providerId="ADAL" clId="{D40248DC-5349-E546-B80C-93B4C9D0DAE9}" dt="2019-03-14T03:49:45.467" v="1247" actId="478"/>
          <ac:spMkLst>
            <pc:docMk/>
            <pc:sldMk cId="290784346" sldId="273"/>
            <ac:spMk id="259" creationId="{0B17BA6D-4209-8547-ABEA-DF37FB411BA4}"/>
          </ac:spMkLst>
        </pc:spChg>
        <pc:spChg chg="add del mod">
          <ac:chgData name="Tiansheng Wang" userId="26352113-6e83-492f-84ac-f369dd862d7e" providerId="ADAL" clId="{D40248DC-5349-E546-B80C-93B4C9D0DAE9}" dt="2019-03-14T03:49:45.467" v="1247" actId="478"/>
          <ac:spMkLst>
            <pc:docMk/>
            <pc:sldMk cId="290784346" sldId="273"/>
            <ac:spMk id="260" creationId="{0DD5FC76-9354-3941-BCB2-6DDA1C081A61}"/>
          </ac:spMkLst>
        </pc:spChg>
        <pc:spChg chg="add mod">
          <ac:chgData name="Tiansheng Wang" userId="26352113-6e83-492f-84ac-f369dd862d7e" providerId="ADAL" clId="{D40248DC-5349-E546-B80C-93B4C9D0DAE9}" dt="2019-03-14T03:50:16.144" v="1251" actId="1076"/>
          <ac:spMkLst>
            <pc:docMk/>
            <pc:sldMk cId="290784346" sldId="273"/>
            <ac:spMk id="261" creationId="{E6399BB3-BC7B-D043-9B35-FF01AE03BD2A}"/>
          </ac:spMkLst>
        </pc:spChg>
        <pc:spChg chg="add mod">
          <ac:chgData name="Tiansheng Wang" userId="26352113-6e83-492f-84ac-f369dd862d7e" providerId="ADAL" clId="{D40248DC-5349-E546-B80C-93B4C9D0DAE9}" dt="2019-03-14T03:50:19.585" v="1252" actId="1076"/>
          <ac:spMkLst>
            <pc:docMk/>
            <pc:sldMk cId="290784346" sldId="273"/>
            <ac:spMk id="262" creationId="{EBA49155-7254-A144-9B31-635AABB5D6FA}"/>
          </ac:spMkLst>
        </pc:spChg>
        <pc:spChg chg="add del mod">
          <ac:chgData name="Tiansheng Wang" userId="26352113-6e83-492f-84ac-f369dd862d7e" providerId="ADAL" clId="{D40248DC-5349-E546-B80C-93B4C9D0DAE9}" dt="2019-03-14T03:49:35.735" v="1246" actId="478"/>
          <ac:spMkLst>
            <pc:docMk/>
            <pc:sldMk cId="290784346" sldId="273"/>
            <ac:spMk id="263" creationId="{AAEFF488-9739-6046-9795-23FA54DE69DB}"/>
          </ac:spMkLst>
        </pc:spChg>
        <pc:spChg chg="add del mod">
          <ac:chgData name="Tiansheng Wang" userId="26352113-6e83-492f-84ac-f369dd862d7e" providerId="ADAL" clId="{D40248DC-5349-E546-B80C-93B4C9D0DAE9}" dt="2019-03-14T03:49:35.735" v="1246" actId="478"/>
          <ac:spMkLst>
            <pc:docMk/>
            <pc:sldMk cId="290784346" sldId="273"/>
            <ac:spMk id="264" creationId="{1CB1EAE4-A5D9-C04C-8FC4-0926964745A6}"/>
          </ac:spMkLst>
        </pc:spChg>
        <pc:spChg chg="add mod">
          <ac:chgData name="Tiansheng Wang" userId="26352113-6e83-492f-84ac-f369dd862d7e" providerId="ADAL" clId="{D40248DC-5349-E546-B80C-93B4C9D0DAE9}" dt="2019-03-14T03:58:13.363" v="1376" actId="1037"/>
          <ac:spMkLst>
            <pc:docMk/>
            <pc:sldMk cId="290784346" sldId="273"/>
            <ac:spMk id="265" creationId="{848A9A01-1111-4440-832D-0830E3C0DEA5}"/>
          </ac:spMkLst>
        </pc:spChg>
        <pc:spChg chg="add mod">
          <ac:chgData name="Tiansheng Wang" userId="26352113-6e83-492f-84ac-f369dd862d7e" providerId="ADAL" clId="{D40248DC-5349-E546-B80C-93B4C9D0DAE9}" dt="2019-03-14T03:58:13.363" v="1376" actId="1037"/>
          <ac:spMkLst>
            <pc:docMk/>
            <pc:sldMk cId="290784346" sldId="273"/>
            <ac:spMk id="266" creationId="{B6FA4E1F-9460-024B-B7E0-F866C53B9870}"/>
          </ac:spMkLst>
        </pc:spChg>
        <pc:spChg chg="add mod">
          <ac:chgData name="Tiansheng Wang" userId="26352113-6e83-492f-84ac-f369dd862d7e" providerId="ADAL" clId="{D40248DC-5349-E546-B80C-93B4C9D0DAE9}" dt="2019-03-14T04:17:55.650" v="1775" actId="1076"/>
          <ac:spMkLst>
            <pc:docMk/>
            <pc:sldMk cId="290784346" sldId="273"/>
            <ac:spMk id="267" creationId="{E70C7E58-63AA-0C45-8272-5019AE8C0E78}"/>
          </ac:spMkLst>
        </pc:spChg>
        <pc:spChg chg="add mod">
          <ac:chgData name="Tiansheng Wang" userId="26352113-6e83-492f-84ac-f369dd862d7e" providerId="ADAL" clId="{D40248DC-5349-E546-B80C-93B4C9D0DAE9}" dt="2019-03-14T04:17:59.241" v="1776" actId="1076"/>
          <ac:spMkLst>
            <pc:docMk/>
            <pc:sldMk cId="290784346" sldId="273"/>
            <ac:spMk id="268" creationId="{538A89C3-BD93-5B40-9256-AB8FFDF72D7C}"/>
          </ac:spMkLst>
        </pc:spChg>
        <pc:spChg chg="add mod">
          <ac:chgData name="Tiansheng Wang" userId="26352113-6e83-492f-84ac-f369dd862d7e" providerId="ADAL" clId="{D40248DC-5349-E546-B80C-93B4C9D0DAE9}" dt="2019-03-14T04:18:01.793" v="1777" actId="1076"/>
          <ac:spMkLst>
            <pc:docMk/>
            <pc:sldMk cId="290784346" sldId="273"/>
            <ac:spMk id="269" creationId="{4A24F8AF-AE8E-C344-9912-F4BFE1D42CA5}"/>
          </ac:spMkLst>
        </pc:spChg>
        <pc:spChg chg="add mod">
          <ac:chgData name="Tiansheng Wang" userId="26352113-6e83-492f-84ac-f369dd862d7e" providerId="ADAL" clId="{D40248DC-5349-E546-B80C-93B4C9D0DAE9}" dt="2019-03-14T04:18:04.707" v="1778" actId="1076"/>
          <ac:spMkLst>
            <pc:docMk/>
            <pc:sldMk cId="290784346" sldId="273"/>
            <ac:spMk id="270" creationId="{87004C67-98AB-ED4D-A2D0-0FEFA3E4A3E9}"/>
          </ac:spMkLst>
        </pc:spChg>
        <pc:spChg chg="add mod">
          <ac:chgData name="Tiansheng Wang" userId="26352113-6e83-492f-84ac-f369dd862d7e" providerId="ADAL" clId="{D40248DC-5349-E546-B80C-93B4C9D0DAE9}" dt="2019-03-14T04:18:06.282" v="1779" actId="1076"/>
          <ac:spMkLst>
            <pc:docMk/>
            <pc:sldMk cId="290784346" sldId="273"/>
            <ac:spMk id="271" creationId="{04D5D3C4-397C-174E-B26F-B223C43EAED9}"/>
          </ac:spMkLst>
        </pc:spChg>
        <pc:spChg chg="add mod">
          <ac:chgData name="Tiansheng Wang" userId="26352113-6e83-492f-84ac-f369dd862d7e" providerId="ADAL" clId="{D40248DC-5349-E546-B80C-93B4C9D0DAE9}" dt="2019-03-14T04:18:09.815" v="1780" actId="1076"/>
          <ac:spMkLst>
            <pc:docMk/>
            <pc:sldMk cId="290784346" sldId="273"/>
            <ac:spMk id="272" creationId="{12E24BB1-68E9-9D47-AEFA-82DFA685F392}"/>
          </ac:spMkLst>
        </pc:spChg>
        <pc:spChg chg="add mod">
          <ac:chgData name="Tiansheng Wang" userId="26352113-6e83-492f-84ac-f369dd862d7e" providerId="ADAL" clId="{D40248DC-5349-E546-B80C-93B4C9D0DAE9}" dt="2019-03-14T04:18:31.742" v="1786" actId="1076"/>
          <ac:spMkLst>
            <pc:docMk/>
            <pc:sldMk cId="290784346" sldId="273"/>
            <ac:spMk id="273" creationId="{D30A41D8-3333-3047-A944-8F4D38E39F28}"/>
          </ac:spMkLst>
        </pc:spChg>
        <pc:spChg chg="add mod">
          <ac:chgData name="Tiansheng Wang" userId="26352113-6e83-492f-84ac-f369dd862d7e" providerId="ADAL" clId="{D40248DC-5349-E546-B80C-93B4C9D0DAE9}" dt="2019-03-14T04:18:26.938" v="1785" actId="1076"/>
          <ac:spMkLst>
            <pc:docMk/>
            <pc:sldMk cId="290784346" sldId="273"/>
            <ac:spMk id="274" creationId="{42E3DD4C-05B9-CB43-82D5-E49F4079AE0B}"/>
          </ac:spMkLst>
        </pc:spChg>
        <pc:spChg chg="add del mod">
          <ac:chgData name="Tiansheng Wang" userId="26352113-6e83-492f-84ac-f369dd862d7e" providerId="ADAL" clId="{D40248DC-5349-E546-B80C-93B4C9D0DAE9}" dt="2019-03-14T03:49:45.467" v="1247" actId="478"/>
          <ac:spMkLst>
            <pc:docMk/>
            <pc:sldMk cId="290784346" sldId="273"/>
            <ac:spMk id="275" creationId="{B387224D-3819-3348-A6E6-7700333385C9}"/>
          </ac:spMkLst>
        </pc:spChg>
        <pc:spChg chg="add del mod">
          <ac:chgData name="Tiansheng Wang" userId="26352113-6e83-492f-84ac-f369dd862d7e" providerId="ADAL" clId="{D40248DC-5349-E546-B80C-93B4C9D0DAE9}" dt="2019-03-14T03:49:45.467" v="1247" actId="478"/>
          <ac:spMkLst>
            <pc:docMk/>
            <pc:sldMk cId="290784346" sldId="273"/>
            <ac:spMk id="276" creationId="{86587AB5-5712-C441-BFF0-E08538CB4B46}"/>
          </ac:spMkLst>
        </pc:spChg>
        <pc:spChg chg="add mod">
          <ac:chgData name="Tiansheng Wang" userId="26352113-6e83-492f-84ac-f369dd862d7e" providerId="ADAL" clId="{D40248DC-5349-E546-B80C-93B4C9D0DAE9}" dt="2019-03-14T03:50:10.529" v="1250" actId="1076"/>
          <ac:spMkLst>
            <pc:docMk/>
            <pc:sldMk cId="290784346" sldId="273"/>
            <ac:spMk id="277" creationId="{D2D31642-7D67-A949-8FA0-4872D596BFD3}"/>
          </ac:spMkLst>
        </pc:spChg>
        <pc:spChg chg="add mod">
          <ac:chgData name="Tiansheng Wang" userId="26352113-6e83-492f-84ac-f369dd862d7e" providerId="ADAL" clId="{D40248DC-5349-E546-B80C-93B4C9D0DAE9}" dt="2019-03-14T03:50:10.529" v="1250" actId="1076"/>
          <ac:spMkLst>
            <pc:docMk/>
            <pc:sldMk cId="290784346" sldId="273"/>
            <ac:spMk id="278" creationId="{2892015E-7001-0A46-845A-2721FA400564}"/>
          </ac:spMkLst>
        </pc:spChg>
        <pc:spChg chg="add del mod">
          <ac:chgData name="Tiansheng Wang" userId="26352113-6e83-492f-84ac-f369dd862d7e" providerId="ADAL" clId="{D40248DC-5349-E546-B80C-93B4C9D0DAE9}" dt="2019-03-14T03:49:35.735" v="1246" actId="478"/>
          <ac:spMkLst>
            <pc:docMk/>
            <pc:sldMk cId="290784346" sldId="273"/>
            <ac:spMk id="279" creationId="{67FCDCE3-D42A-A04B-A6F3-000D4C35CDEF}"/>
          </ac:spMkLst>
        </pc:spChg>
        <pc:spChg chg="add del mod">
          <ac:chgData name="Tiansheng Wang" userId="26352113-6e83-492f-84ac-f369dd862d7e" providerId="ADAL" clId="{D40248DC-5349-E546-B80C-93B4C9D0DAE9}" dt="2019-03-14T03:49:35.735" v="1246" actId="478"/>
          <ac:spMkLst>
            <pc:docMk/>
            <pc:sldMk cId="290784346" sldId="273"/>
            <ac:spMk id="280" creationId="{85E86A92-AC4C-B347-98B1-3506562ABDA2}"/>
          </ac:spMkLst>
        </pc:spChg>
        <pc:spChg chg="add mod">
          <ac:chgData name="Tiansheng Wang" userId="26352113-6e83-492f-84ac-f369dd862d7e" providerId="ADAL" clId="{D40248DC-5349-E546-B80C-93B4C9D0DAE9}" dt="2019-03-14T03:43:10.556" v="1187" actId="1076"/>
          <ac:spMkLst>
            <pc:docMk/>
            <pc:sldMk cId="290784346" sldId="273"/>
            <ac:spMk id="281" creationId="{D2E34DBE-8988-4346-8DBA-B643B453EE2B}"/>
          </ac:spMkLst>
        </pc:spChg>
        <pc:spChg chg="add mod">
          <ac:chgData name="Tiansheng Wang" userId="26352113-6e83-492f-84ac-f369dd862d7e" providerId="ADAL" clId="{D40248DC-5349-E546-B80C-93B4C9D0DAE9}" dt="2019-03-14T03:43:10.556" v="1187" actId="1076"/>
          <ac:spMkLst>
            <pc:docMk/>
            <pc:sldMk cId="290784346" sldId="273"/>
            <ac:spMk id="282" creationId="{68F9B4C2-FCAD-B747-91C9-FEFEA11C088F}"/>
          </ac:spMkLst>
        </pc:spChg>
        <pc:spChg chg="add mod">
          <ac:chgData name="Tiansheng Wang" userId="26352113-6e83-492f-84ac-f369dd862d7e" providerId="ADAL" clId="{D40248DC-5349-E546-B80C-93B4C9D0DAE9}" dt="2019-03-14T03:43:10.556" v="1187" actId="1076"/>
          <ac:spMkLst>
            <pc:docMk/>
            <pc:sldMk cId="290784346" sldId="273"/>
            <ac:spMk id="283" creationId="{2EF7B30D-983A-D547-ABA1-7E1E1962E3B5}"/>
          </ac:spMkLst>
        </pc:spChg>
        <pc:spChg chg="add mod">
          <ac:chgData name="Tiansheng Wang" userId="26352113-6e83-492f-84ac-f369dd862d7e" providerId="ADAL" clId="{D40248DC-5349-E546-B80C-93B4C9D0DAE9}" dt="2019-03-14T03:43:10.556" v="1187" actId="1076"/>
          <ac:spMkLst>
            <pc:docMk/>
            <pc:sldMk cId="290784346" sldId="273"/>
            <ac:spMk id="284" creationId="{22F91364-9753-A742-80A4-05D36DCA7486}"/>
          </ac:spMkLst>
        </pc:spChg>
        <pc:spChg chg="add mod">
          <ac:chgData name="Tiansheng Wang" userId="26352113-6e83-492f-84ac-f369dd862d7e" providerId="ADAL" clId="{D40248DC-5349-E546-B80C-93B4C9D0DAE9}" dt="2019-03-14T03:43:10.556" v="1187" actId="1076"/>
          <ac:spMkLst>
            <pc:docMk/>
            <pc:sldMk cId="290784346" sldId="273"/>
            <ac:spMk id="285" creationId="{B1EB09F9-E81C-564C-BF00-3AACF1F12930}"/>
          </ac:spMkLst>
        </pc:spChg>
        <pc:spChg chg="add del mod">
          <ac:chgData name="Tiansheng Wang" userId="26352113-6e83-492f-84ac-f369dd862d7e" providerId="ADAL" clId="{D40248DC-5349-E546-B80C-93B4C9D0DAE9}" dt="2019-03-14T04:01:10.853" v="1388" actId="478"/>
          <ac:spMkLst>
            <pc:docMk/>
            <pc:sldMk cId="290784346" sldId="273"/>
            <ac:spMk id="286" creationId="{1E3A1D3B-7AF2-6E4C-8F6B-FED167D53029}"/>
          </ac:spMkLst>
        </pc:spChg>
        <pc:spChg chg="add del mod">
          <ac:chgData name="Tiansheng Wang" userId="26352113-6e83-492f-84ac-f369dd862d7e" providerId="ADAL" clId="{D40248DC-5349-E546-B80C-93B4C9D0DAE9}" dt="2019-03-14T04:01:10.853" v="1388" actId="478"/>
          <ac:spMkLst>
            <pc:docMk/>
            <pc:sldMk cId="290784346" sldId="273"/>
            <ac:spMk id="287" creationId="{B0C2F2D5-E84D-4B4D-AB9D-7F92DD4CD41C}"/>
          </ac:spMkLst>
        </pc:spChg>
        <pc:spChg chg="add del mod">
          <ac:chgData name="Tiansheng Wang" userId="26352113-6e83-492f-84ac-f369dd862d7e" providerId="ADAL" clId="{D40248DC-5349-E546-B80C-93B4C9D0DAE9}" dt="2019-03-14T04:01:10.853" v="1388" actId="478"/>
          <ac:spMkLst>
            <pc:docMk/>
            <pc:sldMk cId="290784346" sldId="273"/>
            <ac:spMk id="288" creationId="{97A057B3-96AF-634C-A576-AB0E46F6EDCF}"/>
          </ac:spMkLst>
        </pc:spChg>
        <pc:spChg chg="add del mod">
          <ac:chgData name="Tiansheng Wang" userId="26352113-6e83-492f-84ac-f369dd862d7e" providerId="ADAL" clId="{D40248DC-5349-E546-B80C-93B4C9D0DAE9}" dt="2019-03-14T04:01:10.853" v="1388" actId="478"/>
          <ac:spMkLst>
            <pc:docMk/>
            <pc:sldMk cId="290784346" sldId="273"/>
            <ac:spMk id="289" creationId="{C07B63CA-606F-E94A-A115-BA8878B100A5}"/>
          </ac:spMkLst>
        </pc:spChg>
        <pc:spChg chg="add del mod">
          <ac:chgData name="Tiansheng Wang" userId="26352113-6e83-492f-84ac-f369dd862d7e" providerId="ADAL" clId="{D40248DC-5349-E546-B80C-93B4C9D0DAE9}" dt="2019-03-14T04:01:10.853" v="1388" actId="478"/>
          <ac:spMkLst>
            <pc:docMk/>
            <pc:sldMk cId="290784346" sldId="273"/>
            <ac:spMk id="290" creationId="{5282938F-B722-344C-ACDA-D55E72701079}"/>
          </ac:spMkLst>
        </pc:spChg>
        <pc:spChg chg="add del mod">
          <ac:chgData name="Tiansheng Wang" userId="26352113-6e83-492f-84ac-f369dd862d7e" providerId="ADAL" clId="{D40248DC-5349-E546-B80C-93B4C9D0DAE9}" dt="2019-03-14T03:49:45.467" v="1247" actId="478"/>
          <ac:spMkLst>
            <pc:docMk/>
            <pc:sldMk cId="290784346" sldId="273"/>
            <ac:spMk id="291" creationId="{D77AB9B0-45E6-DE4C-9BDF-846C0468F8E0}"/>
          </ac:spMkLst>
        </pc:spChg>
        <pc:spChg chg="add del mod">
          <ac:chgData name="Tiansheng Wang" userId="26352113-6e83-492f-84ac-f369dd862d7e" providerId="ADAL" clId="{D40248DC-5349-E546-B80C-93B4C9D0DAE9}" dt="2019-03-14T03:49:45.467" v="1247" actId="478"/>
          <ac:spMkLst>
            <pc:docMk/>
            <pc:sldMk cId="290784346" sldId="273"/>
            <ac:spMk id="292" creationId="{D11A3DD6-5424-DD41-9430-80CE01E85437}"/>
          </ac:spMkLst>
        </pc:spChg>
        <pc:spChg chg="add mod">
          <ac:chgData name="Tiansheng Wang" userId="26352113-6e83-492f-84ac-f369dd862d7e" providerId="ADAL" clId="{D40248DC-5349-E546-B80C-93B4C9D0DAE9}" dt="2019-03-14T03:49:55.218" v="1248" actId="1076"/>
          <ac:spMkLst>
            <pc:docMk/>
            <pc:sldMk cId="290784346" sldId="273"/>
            <ac:spMk id="293" creationId="{0C39305C-7E66-5E46-891A-CC20C496A8CF}"/>
          </ac:spMkLst>
        </pc:spChg>
        <pc:spChg chg="add mod">
          <ac:chgData name="Tiansheng Wang" userId="26352113-6e83-492f-84ac-f369dd862d7e" providerId="ADAL" clId="{D40248DC-5349-E546-B80C-93B4C9D0DAE9}" dt="2019-03-14T03:49:55.218" v="1248" actId="1076"/>
          <ac:spMkLst>
            <pc:docMk/>
            <pc:sldMk cId="290784346" sldId="273"/>
            <ac:spMk id="294" creationId="{806E0206-130D-264A-B7E9-3D39034999AB}"/>
          </ac:spMkLst>
        </pc:spChg>
        <pc:spChg chg="add del mod">
          <ac:chgData name="Tiansheng Wang" userId="26352113-6e83-492f-84ac-f369dd862d7e" providerId="ADAL" clId="{D40248DC-5349-E546-B80C-93B4C9D0DAE9}" dt="2019-03-14T03:49:35.735" v="1246" actId="478"/>
          <ac:spMkLst>
            <pc:docMk/>
            <pc:sldMk cId="290784346" sldId="273"/>
            <ac:spMk id="295" creationId="{10D1F5B0-EDAF-4C4E-A68E-9B17A295E67F}"/>
          </ac:spMkLst>
        </pc:spChg>
        <pc:spChg chg="add del mod">
          <ac:chgData name="Tiansheng Wang" userId="26352113-6e83-492f-84ac-f369dd862d7e" providerId="ADAL" clId="{D40248DC-5349-E546-B80C-93B4C9D0DAE9}" dt="2019-03-14T03:49:35.735" v="1246" actId="478"/>
          <ac:spMkLst>
            <pc:docMk/>
            <pc:sldMk cId="290784346" sldId="273"/>
            <ac:spMk id="296" creationId="{1BC0B98A-0693-5F4D-9081-EBF438EE50D5}"/>
          </ac:spMkLst>
        </pc:spChg>
        <pc:spChg chg="add mod">
          <ac:chgData name="Tiansheng Wang" userId="26352113-6e83-492f-84ac-f369dd862d7e" providerId="ADAL" clId="{D40248DC-5349-E546-B80C-93B4C9D0DAE9}" dt="2019-03-14T04:00:36.872" v="1385" actId="1076"/>
          <ac:spMkLst>
            <pc:docMk/>
            <pc:sldMk cId="290784346" sldId="273"/>
            <ac:spMk id="297" creationId="{69E8F1DD-97E3-1D4F-90F5-6BD7B36E9667}"/>
          </ac:spMkLst>
        </pc:spChg>
        <pc:spChg chg="add mod">
          <ac:chgData name="Tiansheng Wang" userId="26352113-6e83-492f-84ac-f369dd862d7e" providerId="ADAL" clId="{D40248DC-5349-E546-B80C-93B4C9D0DAE9}" dt="2019-03-14T04:00:36.872" v="1385" actId="1076"/>
          <ac:spMkLst>
            <pc:docMk/>
            <pc:sldMk cId="290784346" sldId="273"/>
            <ac:spMk id="298" creationId="{14EC2C3A-3405-E443-847A-8DCD444D3BB9}"/>
          </ac:spMkLst>
        </pc:spChg>
        <pc:spChg chg="add mod">
          <ac:chgData name="Tiansheng Wang" userId="26352113-6e83-492f-84ac-f369dd862d7e" providerId="ADAL" clId="{D40248DC-5349-E546-B80C-93B4C9D0DAE9}" dt="2019-03-14T04:00:36.872" v="1385" actId="1076"/>
          <ac:spMkLst>
            <pc:docMk/>
            <pc:sldMk cId="290784346" sldId="273"/>
            <ac:spMk id="299" creationId="{B1CB6636-4959-3140-85BD-163C3599CBB0}"/>
          </ac:spMkLst>
        </pc:spChg>
        <pc:spChg chg="add mod">
          <ac:chgData name="Tiansheng Wang" userId="26352113-6e83-492f-84ac-f369dd862d7e" providerId="ADAL" clId="{D40248DC-5349-E546-B80C-93B4C9D0DAE9}" dt="2019-03-14T04:00:36.872" v="1385" actId="1076"/>
          <ac:spMkLst>
            <pc:docMk/>
            <pc:sldMk cId="290784346" sldId="273"/>
            <ac:spMk id="300" creationId="{D1DBE986-5048-A94A-A7A6-0E93D92B194F}"/>
          </ac:spMkLst>
        </pc:spChg>
        <pc:spChg chg="add mod">
          <ac:chgData name="Tiansheng Wang" userId="26352113-6e83-492f-84ac-f369dd862d7e" providerId="ADAL" clId="{D40248DC-5349-E546-B80C-93B4C9D0DAE9}" dt="2019-03-14T04:00:36.872" v="1385" actId="1076"/>
          <ac:spMkLst>
            <pc:docMk/>
            <pc:sldMk cId="290784346" sldId="273"/>
            <ac:spMk id="301" creationId="{C3122224-262F-9F40-B997-393D14D89E72}"/>
          </ac:spMkLst>
        </pc:spChg>
        <pc:spChg chg="add mod">
          <ac:chgData name="Tiansheng Wang" userId="26352113-6e83-492f-84ac-f369dd862d7e" providerId="ADAL" clId="{D40248DC-5349-E546-B80C-93B4C9D0DAE9}" dt="2019-03-14T04:00:36.872" v="1385" actId="1076"/>
          <ac:spMkLst>
            <pc:docMk/>
            <pc:sldMk cId="290784346" sldId="273"/>
            <ac:spMk id="302" creationId="{24091577-8806-5D46-806E-2749E2C0CB09}"/>
          </ac:spMkLst>
        </pc:spChg>
        <pc:spChg chg="add mod">
          <ac:chgData name="Tiansheng Wang" userId="26352113-6e83-492f-84ac-f369dd862d7e" providerId="ADAL" clId="{D40248DC-5349-E546-B80C-93B4C9D0DAE9}" dt="2019-03-14T04:00:36.872" v="1385" actId="1076"/>
          <ac:spMkLst>
            <pc:docMk/>
            <pc:sldMk cId="290784346" sldId="273"/>
            <ac:spMk id="303" creationId="{6AC95700-6D54-8344-9353-B705C9642981}"/>
          </ac:spMkLst>
        </pc:spChg>
        <pc:spChg chg="add mod">
          <ac:chgData name="Tiansheng Wang" userId="26352113-6e83-492f-84ac-f369dd862d7e" providerId="ADAL" clId="{D40248DC-5349-E546-B80C-93B4C9D0DAE9}" dt="2019-03-14T04:00:36.872" v="1385" actId="1076"/>
          <ac:spMkLst>
            <pc:docMk/>
            <pc:sldMk cId="290784346" sldId="273"/>
            <ac:spMk id="304" creationId="{6B9E2741-6862-B64F-ACAB-5D5754941D57}"/>
          </ac:spMkLst>
        </pc:spChg>
        <pc:spChg chg="add mod">
          <ac:chgData name="Tiansheng Wang" userId="26352113-6e83-492f-84ac-f369dd862d7e" providerId="ADAL" clId="{D40248DC-5349-E546-B80C-93B4C9D0DAE9}" dt="2019-03-14T04:00:36.872" v="1385" actId="1076"/>
          <ac:spMkLst>
            <pc:docMk/>
            <pc:sldMk cId="290784346" sldId="273"/>
            <ac:spMk id="305" creationId="{C6DD2032-C812-FE42-9633-27DE505915F0}"/>
          </ac:spMkLst>
        </pc:spChg>
        <pc:spChg chg="add mod">
          <ac:chgData name="Tiansheng Wang" userId="26352113-6e83-492f-84ac-f369dd862d7e" providerId="ADAL" clId="{D40248DC-5349-E546-B80C-93B4C9D0DAE9}" dt="2019-03-14T04:00:36.872" v="1385" actId="1076"/>
          <ac:spMkLst>
            <pc:docMk/>
            <pc:sldMk cId="290784346" sldId="273"/>
            <ac:spMk id="306" creationId="{3EADA34B-EE88-8C47-9DF0-DCDA934026E7}"/>
          </ac:spMkLst>
        </pc:spChg>
        <pc:spChg chg="add mod">
          <ac:chgData name="Tiansheng Wang" userId="26352113-6e83-492f-84ac-f369dd862d7e" providerId="ADAL" clId="{D40248DC-5349-E546-B80C-93B4C9D0DAE9}" dt="2019-03-14T03:53:26.402" v="1286" actId="1076"/>
          <ac:spMkLst>
            <pc:docMk/>
            <pc:sldMk cId="290784346" sldId="273"/>
            <ac:spMk id="307" creationId="{370AD0FA-85EE-2F46-AE88-439B9EE0C372}"/>
          </ac:spMkLst>
        </pc:spChg>
        <pc:spChg chg="add mod">
          <ac:chgData name="Tiansheng Wang" userId="26352113-6e83-492f-84ac-f369dd862d7e" providerId="ADAL" clId="{D40248DC-5349-E546-B80C-93B4C9D0DAE9}" dt="2019-03-14T03:53:26.402" v="1286" actId="1076"/>
          <ac:spMkLst>
            <pc:docMk/>
            <pc:sldMk cId="290784346" sldId="273"/>
            <ac:spMk id="308" creationId="{DEDFC18B-596E-3E4D-A95D-570381A301A7}"/>
          </ac:spMkLst>
        </pc:spChg>
        <pc:spChg chg="add mod">
          <ac:chgData name="Tiansheng Wang" userId="26352113-6e83-492f-84ac-f369dd862d7e" providerId="ADAL" clId="{D40248DC-5349-E546-B80C-93B4C9D0DAE9}" dt="2019-03-14T03:53:34.873" v="1288" actId="1076"/>
          <ac:spMkLst>
            <pc:docMk/>
            <pc:sldMk cId="290784346" sldId="273"/>
            <ac:spMk id="309" creationId="{EBD4B4B8-52AB-6944-BD6F-68D6291B5CC5}"/>
          </ac:spMkLst>
        </pc:spChg>
        <pc:spChg chg="add mod">
          <ac:chgData name="Tiansheng Wang" userId="26352113-6e83-492f-84ac-f369dd862d7e" providerId="ADAL" clId="{D40248DC-5349-E546-B80C-93B4C9D0DAE9}" dt="2019-03-14T03:53:34.873" v="1288" actId="1076"/>
          <ac:spMkLst>
            <pc:docMk/>
            <pc:sldMk cId="290784346" sldId="273"/>
            <ac:spMk id="310" creationId="{4436B79B-3CA8-DA47-9A63-C05514481AB9}"/>
          </ac:spMkLst>
        </pc:spChg>
        <pc:spChg chg="add mod">
          <ac:chgData name="Tiansheng Wang" userId="26352113-6e83-492f-84ac-f369dd862d7e" providerId="ADAL" clId="{D40248DC-5349-E546-B80C-93B4C9D0DAE9}" dt="2019-03-14T03:53:45.021" v="1290" actId="1076"/>
          <ac:spMkLst>
            <pc:docMk/>
            <pc:sldMk cId="290784346" sldId="273"/>
            <ac:spMk id="311" creationId="{EC606C19-260B-214B-82DF-9C27F4D6AA29}"/>
          </ac:spMkLst>
        </pc:spChg>
        <pc:spChg chg="add mod">
          <ac:chgData name="Tiansheng Wang" userId="26352113-6e83-492f-84ac-f369dd862d7e" providerId="ADAL" clId="{D40248DC-5349-E546-B80C-93B4C9D0DAE9}" dt="2019-03-14T03:53:45.021" v="1290" actId="1076"/>
          <ac:spMkLst>
            <pc:docMk/>
            <pc:sldMk cId="290784346" sldId="273"/>
            <ac:spMk id="312" creationId="{0CA9F04F-F288-DE4A-9DDE-B7C0C9E9FEA5}"/>
          </ac:spMkLst>
        </pc:spChg>
        <pc:spChg chg="add mod">
          <ac:chgData name="Tiansheng Wang" userId="26352113-6e83-492f-84ac-f369dd862d7e" providerId="ADAL" clId="{D40248DC-5349-E546-B80C-93B4C9D0DAE9}" dt="2019-03-14T03:53:51.626" v="1292" actId="1076"/>
          <ac:spMkLst>
            <pc:docMk/>
            <pc:sldMk cId="290784346" sldId="273"/>
            <ac:spMk id="313" creationId="{5B4EA17E-A133-D442-B422-ACD62DE67F5D}"/>
          </ac:spMkLst>
        </pc:spChg>
        <pc:spChg chg="add mod">
          <ac:chgData name="Tiansheng Wang" userId="26352113-6e83-492f-84ac-f369dd862d7e" providerId="ADAL" clId="{D40248DC-5349-E546-B80C-93B4C9D0DAE9}" dt="2019-03-14T03:53:51.626" v="1292" actId="1076"/>
          <ac:spMkLst>
            <pc:docMk/>
            <pc:sldMk cId="290784346" sldId="273"/>
            <ac:spMk id="314" creationId="{6035F381-6C0D-BE46-A476-A8EDE1D384C8}"/>
          </ac:spMkLst>
        </pc:spChg>
        <pc:spChg chg="add mod">
          <ac:chgData name="Tiansheng Wang" userId="26352113-6e83-492f-84ac-f369dd862d7e" providerId="ADAL" clId="{D40248DC-5349-E546-B80C-93B4C9D0DAE9}" dt="2019-03-14T03:53:57.284" v="1294" actId="1076"/>
          <ac:spMkLst>
            <pc:docMk/>
            <pc:sldMk cId="290784346" sldId="273"/>
            <ac:spMk id="315" creationId="{26F5C3AF-3064-E543-8705-E7DE922A727C}"/>
          </ac:spMkLst>
        </pc:spChg>
        <pc:spChg chg="add mod">
          <ac:chgData name="Tiansheng Wang" userId="26352113-6e83-492f-84ac-f369dd862d7e" providerId="ADAL" clId="{D40248DC-5349-E546-B80C-93B4C9D0DAE9}" dt="2019-03-14T03:53:57.284" v="1294" actId="1076"/>
          <ac:spMkLst>
            <pc:docMk/>
            <pc:sldMk cId="290784346" sldId="273"/>
            <ac:spMk id="316" creationId="{6B354ECF-20DE-004B-A429-676069DED6CE}"/>
          </ac:spMkLst>
        </pc:spChg>
        <pc:spChg chg="add mod">
          <ac:chgData name="Tiansheng Wang" userId="26352113-6e83-492f-84ac-f369dd862d7e" providerId="ADAL" clId="{D40248DC-5349-E546-B80C-93B4C9D0DAE9}" dt="2019-03-14T03:54:03.123" v="1296" actId="1076"/>
          <ac:spMkLst>
            <pc:docMk/>
            <pc:sldMk cId="290784346" sldId="273"/>
            <ac:spMk id="317" creationId="{81FD8B08-6E72-8043-934F-C8880417A29C}"/>
          </ac:spMkLst>
        </pc:spChg>
        <pc:spChg chg="add mod">
          <ac:chgData name="Tiansheng Wang" userId="26352113-6e83-492f-84ac-f369dd862d7e" providerId="ADAL" clId="{D40248DC-5349-E546-B80C-93B4C9D0DAE9}" dt="2019-03-14T03:54:03.123" v="1296" actId="1076"/>
          <ac:spMkLst>
            <pc:docMk/>
            <pc:sldMk cId="290784346" sldId="273"/>
            <ac:spMk id="318" creationId="{092FCB4B-E458-E140-9B18-97BB52D0B7E0}"/>
          </ac:spMkLst>
        </pc:spChg>
        <pc:spChg chg="add mod">
          <ac:chgData name="Tiansheng Wang" userId="26352113-6e83-492f-84ac-f369dd862d7e" providerId="ADAL" clId="{D40248DC-5349-E546-B80C-93B4C9D0DAE9}" dt="2019-03-14T03:55:20.967" v="1306" actId="1076"/>
          <ac:spMkLst>
            <pc:docMk/>
            <pc:sldMk cId="290784346" sldId="273"/>
            <ac:spMk id="319" creationId="{8985B190-38B6-964B-B57F-2A8DC117CE28}"/>
          </ac:spMkLst>
        </pc:spChg>
        <pc:spChg chg="add mod">
          <ac:chgData name="Tiansheng Wang" userId="26352113-6e83-492f-84ac-f369dd862d7e" providerId="ADAL" clId="{D40248DC-5349-E546-B80C-93B4C9D0DAE9}" dt="2019-03-14T03:55:20.967" v="1306" actId="1076"/>
          <ac:spMkLst>
            <pc:docMk/>
            <pc:sldMk cId="290784346" sldId="273"/>
            <ac:spMk id="320" creationId="{83A41AFE-2763-5E45-92DA-8DC360FA70F5}"/>
          </ac:spMkLst>
        </pc:spChg>
        <pc:spChg chg="add mod">
          <ac:chgData name="Tiansheng Wang" userId="26352113-6e83-492f-84ac-f369dd862d7e" providerId="ADAL" clId="{D40248DC-5349-E546-B80C-93B4C9D0DAE9}" dt="2019-03-14T03:55:32.149" v="1309" actId="1076"/>
          <ac:spMkLst>
            <pc:docMk/>
            <pc:sldMk cId="290784346" sldId="273"/>
            <ac:spMk id="321" creationId="{14A46BE6-196F-884D-808F-BFEEF091C1C0}"/>
          </ac:spMkLst>
        </pc:spChg>
        <pc:spChg chg="add del mod">
          <ac:chgData name="Tiansheng Wang" userId="26352113-6e83-492f-84ac-f369dd862d7e" providerId="ADAL" clId="{D40248DC-5349-E546-B80C-93B4C9D0DAE9}" dt="2019-03-14T03:55:36.631" v="1312" actId="478"/>
          <ac:spMkLst>
            <pc:docMk/>
            <pc:sldMk cId="290784346" sldId="273"/>
            <ac:spMk id="322" creationId="{46813E9A-B0F7-5741-B6D5-114D875B2538}"/>
          </ac:spMkLst>
        </pc:spChg>
        <pc:spChg chg="add mod">
          <ac:chgData name="Tiansheng Wang" userId="26352113-6e83-492f-84ac-f369dd862d7e" providerId="ADAL" clId="{D40248DC-5349-E546-B80C-93B4C9D0DAE9}" dt="2019-03-14T03:55:48.395" v="1314" actId="1076"/>
          <ac:spMkLst>
            <pc:docMk/>
            <pc:sldMk cId="290784346" sldId="273"/>
            <ac:spMk id="323" creationId="{F9687D90-4EBF-D743-84C6-520B525DEDC0}"/>
          </ac:spMkLst>
        </pc:spChg>
        <pc:spChg chg="add del mod">
          <ac:chgData name="Tiansheng Wang" userId="26352113-6e83-492f-84ac-f369dd862d7e" providerId="ADAL" clId="{D40248DC-5349-E546-B80C-93B4C9D0DAE9}" dt="2019-03-14T03:56:52.076" v="1348"/>
          <ac:spMkLst>
            <pc:docMk/>
            <pc:sldMk cId="290784346" sldId="273"/>
            <ac:spMk id="324" creationId="{0C8B6010-948C-DD44-978C-16122B2E0FC8}"/>
          </ac:spMkLst>
        </pc:spChg>
        <pc:spChg chg="add mod">
          <ac:chgData name="Tiansheng Wang" userId="26352113-6e83-492f-84ac-f369dd862d7e" providerId="ADAL" clId="{D40248DC-5349-E546-B80C-93B4C9D0DAE9}" dt="2019-03-14T04:17:16.971" v="1761" actId="1076"/>
          <ac:spMkLst>
            <pc:docMk/>
            <pc:sldMk cId="290784346" sldId="273"/>
            <ac:spMk id="325" creationId="{958C1122-EC1F-7648-9479-EB158C35C0EA}"/>
          </ac:spMkLst>
        </pc:spChg>
        <pc:spChg chg="add mod">
          <ac:chgData name="Tiansheng Wang" userId="26352113-6e83-492f-84ac-f369dd862d7e" providerId="ADAL" clId="{D40248DC-5349-E546-B80C-93B4C9D0DAE9}" dt="2019-03-14T03:58:04.483" v="1358" actId="1076"/>
          <ac:spMkLst>
            <pc:docMk/>
            <pc:sldMk cId="290784346" sldId="273"/>
            <ac:spMk id="326" creationId="{96EDDBB9-BF35-0C4B-A88A-8E4373A929AF}"/>
          </ac:spMkLst>
        </pc:spChg>
        <pc:spChg chg="add mod">
          <ac:chgData name="Tiansheng Wang" userId="26352113-6e83-492f-84ac-f369dd862d7e" providerId="ADAL" clId="{D40248DC-5349-E546-B80C-93B4C9D0DAE9}" dt="2019-03-14T03:58:04.483" v="1358" actId="1076"/>
          <ac:spMkLst>
            <pc:docMk/>
            <pc:sldMk cId="290784346" sldId="273"/>
            <ac:spMk id="327" creationId="{1D886104-9EA9-BA40-B3EC-E7A8A8F0678D}"/>
          </ac:spMkLst>
        </pc:spChg>
        <pc:spChg chg="add mod">
          <ac:chgData name="Tiansheng Wang" userId="26352113-6e83-492f-84ac-f369dd862d7e" providerId="ADAL" clId="{D40248DC-5349-E546-B80C-93B4C9D0DAE9}" dt="2019-03-14T03:58:04.483" v="1358" actId="1076"/>
          <ac:spMkLst>
            <pc:docMk/>
            <pc:sldMk cId="290784346" sldId="273"/>
            <ac:spMk id="328" creationId="{A358C04B-35BF-AD4B-A7AE-23978ADD5FBA}"/>
          </ac:spMkLst>
        </pc:spChg>
        <pc:spChg chg="add mod">
          <ac:chgData name="Tiansheng Wang" userId="26352113-6e83-492f-84ac-f369dd862d7e" providerId="ADAL" clId="{D40248DC-5349-E546-B80C-93B4C9D0DAE9}" dt="2019-03-14T03:58:04.483" v="1358" actId="1076"/>
          <ac:spMkLst>
            <pc:docMk/>
            <pc:sldMk cId="290784346" sldId="273"/>
            <ac:spMk id="329" creationId="{7FE8218D-7EF8-7847-A18F-2947FF696861}"/>
          </ac:spMkLst>
        </pc:spChg>
        <pc:spChg chg="add mod">
          <ac:chgData name="Tiansheng Wang" userId="26352113-6e83-492f-84ac-f369dd862d7e" providerId="ADAL" clId="{D40248DC-5349-E546-B80C-93B4C9D0DAE9}" dt="2019-03-14T03:58:51.105" v="1379" actId="1076"/>
          <ac:spMkLst>
            <pc:docMk/>
            <pc:sldMk cId="290784346" sldId="273"/>
            <ac:spMk id="330" creationId="{44A43496-B7F6-2140-840B-A3B9EFBDA201}"/>
          </ac:spMkLst>
        </pc:spChg>
        <pc:spChg chg="add mod">
          <ac:chgData name="Tiansheng Wang" userId="26352113-6e83-492f-84ac-f369dd862d7e" providerId="ADAL" clId="{D40248DC-5349-E546-B80C-93B4C9D0DAE9}" dt="2019-03-14T04:00:55.469" v="1387" actId="1076"/>
          <ac:spMkLst>
            <pc:docMk/>
            <pc:sldMk cId="290784346" sldId="273"/>
            <ac:spMk id="331" creationId="{A15D146C-E2F0-0344-9FF7-82ABB5B71521}"/>
          </ac:spMkLst>
        </pc:spChg>
        <pc:spChg chg="add mod">
          <ac:chgData name="Tiansheng Wang" userId="26352113-6e83-492f-84ac-f369dd862d7e" providerId="ADAL" clId="{D40248DC-5349-E546-B80C-93B4C9D0DAE9}" dt="2019-03-14T04:00:55.469" v="1387" actId="1076"/>
          <ac:spMkLst>
            <pc:docMk/>
            <pc:sldMk cId="290784346" sldId="273"/>
            <ac:spMk id="332" creationId="{C6648D59-534E-9D4E-932C-AB6EDF595152}"/>
          </ac:spMkLst>
        </pc:spChg>
        <pc:spChg chg="add mod">
          <ac:chgData name="Tiansheng Wang" userId="26352113-6e83-492f-84ac-f369dd862d7e" providerId="ADAL" clId="{D40248DC-5349-E546-B80C-93B4C9D0DAE9}" dt="2019-03-14T04:14:59.599" v="1716" actId="1035"/>
          <ac:spMkLst>
            <pc:docMk/>
            <pc:sldMk cId="290784346" sldId="273"/>
            <ac:spMk id="333" creationId="{F8E9F5A4-618C-4445-84EE-52C93B16E83D}"/>
          </ac:spMkLst>
        </pc:spChg>
        <pc:spChg chg="add mod">
          <ac:chgData name="Tiansheng Wang" userId="26352113-6e83-492f-84ac-f369dd862d7e" providerId="ADAL" clId="{D40248DC-5349-E546-B80C-93B4C9D0DAE9}" dt="2019-03-14T04:17:30.809" v="1766" actId="1076"/>
          <ac:spMkLst>
            <pc:docMk/>
            <pc:sldMk cId="290784346" sldId="273"/>
            <ac:spMk id="334" creationId="{1FA78CB6-84E4-484C-898E-7DD54D6FB58A}"/>
          </ac:spMkLst>
        </pc:spChg>
        <pc:spChg chg="add del mod">
          <ac:chgData name="Tiansheng Wang" userId="26352113-6e83-492f-84ac-f369dd862d7e" providerId="ADAL" clId="{D40248DC-5349-E546-B80C-93B4C9D0DAE9}" dt="2019-03-14T04:12:37.004" v="1691" actId="478"/>
          <ac:spMkLst>
            <pc:docMk/>
            <pc:sldMk cId="290784346" sldId="273"/>
            <ac:spMk id="335" creationId="{849ED958-6573-D140-8003-DAAE76680A0B}"/>
          </ac:spMkLst>
        </pc:spChg>
        <pc:spChg chg="add mod">
          <ac:chgData name="Tiansheng Wang" userId="26352113-6e83-492f-84ac-f369dd862d7e" providerId="ADAL" clId="{D40248DC-5349-E546-B80C-93B4C9D0DAE9}" dt="2019-03-14T04:11:13.116" v="1680" actId="1076"/>
          <ac:spMkLst>
            <pc:docMk/>
            <pc:sldMk cId="290784346" sldId="273"/>
            <ac:spMk id="336" creationId="{1152AEAD-B8D8-674F-8ED0-913FBB3B077A}"/>
          </ac:spMkLst>
        </pc:spChg>
        <pc:spChg chg="add mod">
          <ac:chgData name="Tiansheng Wang" userId="26352113-6e83-492f-84ac-f369dd862d7e" providerId="ADAL" clId="{D40248DC-5349-E546-B80C-93B4C9D0DAE9}" dt="2019-03-14T04:11:09.785" v="1679" actId="1076"/>
          <ac:spMkLst>
            <pc:docMk/>
            <pc:sldMk cId="290784346" sldId="273"/>
            <ac:spMk id="337" creationId="{8C4023AF-5FBA-0849-B2C0-E12D788F56E9}"/>
          </ac:spMkLst>
        </pc:spChg>
        <pc:spChg chg="add mod">
          <ac:chgData name="Tiansheng Wang" userId="26352113-6e83-492f-84ac-f369dd862d7e" providerId="ADAL" clId="{D40248DC-5349-E546-B80C-93B4C9D0DAE9}" dt="2019-03-14T04:11:47.655" v="1684" actId="1076"/>
          <ac:spMkLst>
            <pc:docMk/>
            <pc:sldMk cId="290784346" sldId="273"/>
            <ac:spMk id="338" creationId="{1077B8FF-FB77-574C-AE6C-A4ECF0A87436}"/>
          </ac:spMkLst>
        </pc:spChg>
        <pc:spChg chg="add mod">
          <ac:chgData name="Tiansheng Wang" userId="26352113-6e83-492f-84ac-f369dd862d7e" providerId="ADAL" clId="{D40248DC-5349-E546-B80C-93B4C9D0DAE9}" dt="2019-03-14T04:12:02.393" v="1686" actId="1076"/>
          <ac:spMkLst>
            <pc:docMk/>
            <pc:sldMk cId="290784346" sldId="273"/>
            <ac:spMk id="339" creationId="{D415616D-744B-1B43-812D-E405675F37C4}"/>
          </ac:spMkLst>
        </pc:spChg>
        <pc:spChg chg="add mod">
          <ac:chgData name="Tiansheng Wang" userId="26352113-6e83-492f-84ac-f369dd862d7e" providerId="ADAL" clId="{D40248DC-5349-E546-B80C-93B4C9D0DAE9}" dt="2019-03-14T04:13:34.561" v="1696" actId="1076"/>
          <ac:spMkLst>
            <pc:docMk/>
            <pc:sldMk cId="290784346" sldId="273"/>
            <ac:spMk id="340" creationId="{78496647-9FBC-CB42-BF9F-316CCA5E76F8}"/>
          </ac:spMkLst>
        </pc:spChg>
        <pc:spChg chg="add mod">
          <ac:chgData name="Tiansheng Wang" userId="26352113-6e83-492f-84ac-f369dd862d7e" providerId="ADAL" clId="{D40248DC-5349-E546-B80C-93B4C9D0DAE9}" dt="2019-03-14T04:15:45.970" v="1748" actId="1035"/>
          <ac:spMkLst>
            <pc:docMk/>
            <pc:sldMk cId="290784346" sldId="273"/>
            <ac:spMk id="341" creationId="{B6510CC7-AD50-7C4D-9C24-2DC8E8C4D1D8}"/>
          </ac:spMkLst>
        </pc:spChg>
        <pc:spChg chg="add mod">
          <ac:chgData name="Tiansheng Wang" userId="26352113-6e83-492f-84ac-f369dd862d7e" providerId="ADAL" clId="{D40248DC-5349-E546-B80C-93B4C9D0DAE9}" dt="2019-03-14T04:13:14.363" v="1694" actId="1076"/>
          <ac:spMkLst>
            <pc:docMk/>
            <pc:sldMk cId="290784346" sldId="273"/>
            <ac:spMk id="342" creationId="{6BFE86D9-B801-774E-B897-A2515313FC0A}"/>
          </ac:spMkLst>
        </pc:spChg>
        <pc:spChg chg="add mod">
          <ac:chgData name="Tiansheng Wang" userId="26352113-6e83-492f-84ac-f369dd862d7e" providerId="ADAL" clId="{D40248DC-5349-E546-B80C-93B4C9D0DAE9}" dt="2019-03-14T04:14:59.599" v="1716" actId="1035"/>
          <ac:spMkLst>
            <pc:docMk/>
            <pc:sldMk cId="290784346" sldId="273"/>
            <ac:spMk id="343" creationId="{48D87CDE-FBEA-124B-8E3D-63BDB0FA59FC}"/>
          </ac:spMkLst>
        </pc:spChg>
        <pc:spChg chg="add mod">
          <ac:chgData name="Tiansheng Wang" userId="26352113-6e83-492f-84ac-f369dd862d7e" providerId="ADAL" clId="{D40248DC-5349-E546-B80C-93B4C9D0DAE9}" dt="2019-03-14T04:14:01.942" v="1700" actId="1076"/>
          <ac:spMkLst>
            <pc:docMk/>
            <pc:sldMk cId="290784346" sldId="273"/>
            <ac:spMk id="344" creationId="{FFE6C501-D112-0342-A2A8-B05F7906F1C2}"/>
          </ac:spMkLst>
        </pc:spChg>
        <pc:spChg chg="add mod">
          <ac:chgData name="Tiansheng Wang" userId="26352113-6e83-492f-84ac-f369dd862d7e" providerId="ADAL" clId="{D40248DC-5349-E546-B80C-93B4C9D0DAE9}" dt="2019-03-14T04:14:36.819" v="1702" actId="1076"/>
          <ac:spMkLst>
            <pc:docMk/>
            <pc:sldMk cId="290784346" sldId="273"/>
            <ac:spMk id="345" creationId="{D3CC893F-4913-9C49-9FBD-841B2BE0ECA4}"/>
          </ac:spMkLst>
        </pc:spChg>
        <pc:cxnChg chg="add mod">
          <ac:chgData name="Tiansheng Wang" userId="26352113-6e83-492f-84ac-f369dd862d7e" providerId="ADAL" clId="{D40248DC-5349-E546-B80C-93B4C9D0DAE9}" dt="2019-03-14T04:15:54.054" v="1749" actId="14100"/>
          <ac:cxnSpMkLst>
            <pc:docMk/>
            <pc:sldMk cId="290784346" sldId="273"/>
            <ac:cxnSpMk id="7" creationId="{D860AEDA-2014-B043-B50C-8A691458938F}"/>
          </ac:cxnSpMkLst>
        </pc:cxnChg>
        <pc:cxnChg chg="del">
          <ac:chgData name="Tiansheng Wang" userId="26352113-6e83-492f-84ac-f369dd862d7e" providerId="ADAL" clId="{D40248DC-5349-E546-B80C-93B4C9D0DAE9}" dt="2019-03-14T03:24:55.303" v="621" actId="478"/>
          <ac:cxnSpMkLst>
            <pc:docMk/>
            <pc:sldMk cId="290784346" sldId="273"/>
            <ac:cxnSpMk id="39" creationId="{00000000-0000-0000-0000-000000000000}"/>
          </ac:cxnSpMkLst>
        </pc:cxnChg>
        <pc:cxnChg chg="del">
          <ac:chgData name="Tiansheng Wang" userId="26352113-6e83-492f-84ac-f369dd862d7e" providerId="ADAL" clId="{D40248DC-5349-E546-B80C-93B4C9D0DAE9}" dt="2019-03-14T03:24:55.303" v="621" actId="478"/>
          <ac:cxnSpMkLst>
            <pc:docMk/>
            <pc:sldMk cId="290784346" sldId="273"/>
            <ac:cxnSpMk id="49" creationId="{00000000-0000-0000-0000-000000000000}"/>
          </ac:cxnSpMkLst>
        </pc:cxnChg>
        <pc:cxnChg chg="del">
          <ac:chgData name="Tiansheng Wang" userId="26352113-6e83-492f-84ac-f369dd862d7e" providerId="ADAL" clId="{D40248DC-5349-E546-B80C-93B4C9D0DAE9}" dt="2019-03-14T03:24:55.303" v="621" actId="478"/>
          <ac:cxnSpMkLst>
            <pc:docMk/>
            <pc:sldMk cId="290784346" sldId="273"/>
            <ac:cxnSpMk id="50" creationId="{00000000-0000-0000-0000-000000000000}"/>
          </ac:cxnSpMkLst>
        </pc:cxnChg>
        <pc:cxnChg chg="add del mod">
          <ac:chgData name="Tiansheng Wang" userId="26352113-6e83-492f-84ac-f369dd862d7e" providerId="ADAL" clId="{D40248DC-5349-E546-B80C-93B4C9D0DAE9}" dt="2019-03-14T03:17:42.932" v="573" actId="478"/>
          <ac:cxnSpMkLst>
            <pc:docMk/>
            <pc:sldMk cId="290784346" sldId="273"/>
            <ac:cxnSpMk id="68" creationId="{172025A3-FA18-0343-AB63-8E708F8993BD}"/>
          </ac:cxnSpMkLst>
        </pc:cxnChg>
        <pc:cxnChg chg="del">
          <ac:chgData name="Tiansheng Wang" userId="26352113-6e83-492f-84ac-f369dd862d7e" providerId="ADAL" clId="{D40248DC-5349-E546-B80C-93B4C9D0DAE9}" dt="2019-03-14T03:24:55.303" v="621" actId="478"/>
          <ac:cxnSpMkLst>
            <pc:docMk/>
            <pc:sldMk cId="290784346" sldId="273"/>
            <ac:cxnSpMk id="72" creationId="{00000000-0000-0000-0000-000000000000}"/>
          </ac:cxnSpMkLst>
        </pc:cxnChg>
        <pc:cxnChg chg="del">
          <ac:chgData name="Tiansheng Wang" userId="26352113-6e83-492f-84ac-f369dd862d7e" providerId="ADAL" clId="{D40248DC-5349-E546-B80C-93B4C9D0DAE9}" dt="2019-03-14T03:24:55.303" v="621" actId="478"/>
          <ac:cxnSpMkLst>
            <pc:docMk/>
            <pc:sldMk cId="290784346" sldId="273"/>
            <ac:cxnSpMk id="73" creationId="{00000000-0000-0000-0000-000000000000}"/>
          </ac:cxnSpMkLst>
        </pc:cxnChg>
        <pc:cxnChg chg="del">
          <ac:chgData name="Tiansheng Wang" userId="26352113-6e83-492f-84ac-f369dd862d7e" providerId="ADAL" clId="{D40248DC-5349-E546-B80C-93B4C9D0DAE9}" dt="2019-03-14T03:24:55.303" v="621" actId="478"/>
          <ac:cxnSpMkLst>
            <pc:docMk/>
            <pc:sldMk cId="290784346" sldId="273"/>
            <ac:cxnSpMk id="75" creationId="{00000000-0000-0000-0000-000000000000}"/>
          </ac:cxnSpMkLst>
        </pc:cxnChg>
        <pc:cxnChg chg="add del mod">
          <ac:chgData name="Tiansheng Wang" userId="26352113-6e83-492f-84ac-f369dd862d7e" providerId="ADAL" clId="{D40248DC-5349-E546-B80C-93B4C9D0DAE9}" dt="2019-03-14T03:17:42.932" v="573" actId="478"/>
          <ac:cxnSpMkLst>
            <pc:docMk/>
            <pc:sldMk cId="290784346" sldId="273"/>
            <ac:cxnSpMk id="76" creationId="{76CDE4CE-1040-FC4E-8778-E29A8A19376C}"/>
          </ac:cxnSpMkLst>
        </pc:cxnChg>
        <pc:cxnChg chg="del mod">
          <ac:chgData name="Tiansheng Wang" userId="26352113-6e83-492f-84ac-f369dd862d7e" providerId="ADAL" clId="{D40248DC-5349-E546-B80C-93B4C9D0DAE9}" dt="2019-03-14T03:36:50.987" v="1122" actId="478"/>
          <ac:cxnSpMkLst>
            <pc:docMk/>
            <pc:sldMk cId="290784346" sldId="273"/>
            <ac:cxnSpMk id="78" creationId="{00000000-0000-0000-0000-000000000000}"/>
          </ac:cxnSpMkLst>
        </pc:cxnChg>
        <pc:cxnChg chg="del mod">
          <ac:chgData name="Tiansheng Wang" userId="26352113-6e83-492f-84ac-f369dd862d7e" providerId="ADAL" clId="{D40248DC-5349-E546-B80C-93B4C9D0DAE9}" dt="2019-03-14T03:36:50.987" v="1122" actId="478"/>
          <ac:cxnSpMkLst>
            <pc:docMk/>
            <pc:sldMk cId="290784346" sldId="273"/>
            <ac:cxnSpMk id="84" creationId="{00000000-0000-0000-0000-000000000000}"/>
          </ac:cxnSpMkLst>
        </pc:cxnChg>
        <pc:cxnChg chg="del mod">
          <ac:chgData name="Tiansheng Wang" userId="26352113-6e83-492f-84ac-f369dd862d7e" providerId="ADAL" clId="{D40248DC-5349-E546-B80C-93B4C9D0DAE9}" dt="2019-03-14T03:36:50.987" v="1122" actId="478"/>
          <ac:cxnSpMkLst>
            <pc:docMk/>
            <pc:sldMk cId="290784346" sldId="273"/>
            <ac:cxnSpMk id="85" creationId="{00000000-0000-0000-0000-000000000000}"/>
          </ac:cxnSpMkLst>
        </pc:cxnChg>
        <pc:cxnChg chg="del mod">
          <ac:chgData name="Tiansheng Wang" userId="26352113-6e83-492f-84ac-f369dd862d7e" providerId="ADAL" clId="{D40248DC-5349-E546-B80C-93B4C9D0DAE9}" dt="2019-03-14T03:36:50.987" v="1122" actId="478"/>
          <ac:cxnSpMkLst>
            <pc:docMk/>
            <pc:sldMk cId="290784346" sldId="273"/>
            <ac:cxnSpMk id="86" creationId="{00000000-0000-0000-0000-000000000000}"/>
          </ac:cxnSpMkLst>
        </pc:cxnChg>
        <pc:cxnChg chg="del mod">
          <ac:chgData name="Tiansheng Wang" userId="26352113-6e83-492f-84ac-f369dd862d7e" providerId="ADAL" clId="{D40248DC-5349-E546-B80C-93B4C9D0DAE9}" dt="2019-03-14T03:36:50.987" v="1122" actId="478"/>
          <ac:cxnSpMkLst>
            <pc:docMk/>
            <pc:sldMk cId="290784346" sldId="273"/>
            <ac:cxnSpMk id="87" creationId="{00000000-0000-0000-0000-000000000000}"/>
          </ac:cxnSpMkLst>
        </pc:cxnChg>
        <pc:cxnChg chg="del mod">
          <ac:chgData name="Tiansheng Wang" userId="26352113-6e83-492f-84ac-f369dd862d7e" providerId="ADAL" clId="{D40248DC-5349-E546-B80C-93B4C9D0DAE9}" dt="2019-03-14T03:36:50.987" v="1122" actId="478"/>
          <ac:cxnSpMkLst>
            <pc:docMk/>
            <pc:sldMk cId="290784346" sldId="273"/>
            <ac:cxnSpMk id="88" creationId="{00000000-0000-0000-0000-000000000000}"/>
          </ac:cxnSpMkLst>
        </pc:cxnChg>
        <pc:cxnChg chg="add del mod">
          <ac:chgData name="Tiansheng Wang" userId="26352113-6e83-492f-84ac-f369dd862d7e" providerId="ADAL" clId="{D40248DC-5349-E546-B80C-93B4C9D0DAE9}" dt="2019-03-14T03:17:42.932" v="573" actId="478"/>
          <ac:cxnSpMkLst>
            <pc:docMk/>
            <pc:sldMk cId="290784346" sldId="273"/>
            <ac:cxnSpMk id="89" creationId="{B09FA799-C3C2-B74B-A036-0CA2D4B4058C}"/>
          </ac:cxnSpMkLst>
        </pc:cxnChg>
        <pc:cxnChg chg="del mod">
          <ac:chgData name="Tiansheng Wang" userId="26352113-6e83-492f-84ac-f369dd862d7e" providerId="ADAL" clId="{D40248DC-5349-E546-B80C-93B4C9D0DAE9}" dt="2019-03-14T03:14:55.680" v="542" actId="478"/>
          <ac:cxnSpMkLst>
            <pc:docMk/>
            <pc:sldMk cId="290784346" sldId="273"/>
            <ac:cxnSpMk id="92" creationId="{00000000-0000-0000-0000-000000000000}"/>
          </ac:cxnSpMkLst>
        </pc:cxnChg>
        <pc:cxnChg chg="add del mod">
          <ac:chgData name="Tiansheng Wang" userId="26352113-6e83-492f-84ac-f369dd862d7e" providerId="ADAL" clId="{D40248DC-5349-E546-B80C-93B4C9D0DAE9}" dt="2019-03-14T03:17:42.932" v="573" actId="478"/>
          <ac:cxnSpMkLst>
            <pc:docMk/>
            <pc:sldMk cId="290784346" sldId="273"/>
            <ac:cxnSpMk id="95" creationId="{C3C72861-F8DC-BD4A-946E-7A717461D421}"/>
          </ac:cxnSpMkLst>
        </pc:cxnChg>
        <pc:cxnChg chg="del mod">
          <ac:chgData name="Tiansheng Wang" userId="26352113-6e83-492f-84ac-f369dd862d7e" providerId="ADAL" clId="{D40248DC-5349-E546-B80C-93B4C9D0DAE9}" dt="2019-03-14T03:17:03.011" v="571" actId="478"/>
          <ac:cxnSpMkLst>
            <pc:docMk/>
            <pc:sldMk cId="290784346" sldId="273"/>
            <ac:cxnSpMk id="98" creationId="{00000000-0000-0000-0000-000000000000}"/>
          </ac:cxnSpMkLst>
        </pc:cxnChg>
        <pc:cxnChg chg="del mod">
          <ac:chgData name="Tiansheng Wang" userId="26352113-6e83-492f-84ac-f369dd862d7e" providerId="ADAL" clId="{D40248DC-5349-E546-B80C-93B4C9D0DAE9}" dt="2019-03-14T03:15:45.295" v="549" actId="478"/>
          <ac:cxnSpMkLst>
            <pc:docMk/>
            <pc:sldMk cId="290784346" sldId="273"/>
            <ac:cxnSpMk id="99" creationId="{00000000-0000-0000-0000-000000000000}"/>
          </ac:cxnSpMkLst>
        </pc:cxnChg>
        <pc:cxnChg chg="add del mod">
          <ac:chgData name="Tiansheng Wang" userId="26352113-6e83-492f-84ac-f369dd862d7e" providerId="ADAL" clId="{D40248DC-5349-E546-B80C-93B4C9D0DAE9}" dt="2019-03-14T03:17:42.932" v="573" actId="478"/>
          <ac:cxnSpMkLst>
            <pc:docMk/>
            <pc:sldMk cId="290784346" sldId="273"/>
            <ac:cxnSpMk id="100" creationId="{56C84992-EDBB-D34E-88D7-2746B368594A}"/>
          </ac:cxnSpMkLst>
        </pc:cxnChg>
        <pc:cxnChg chg="del mod">
          <ac:chgData name="Tiansheng Wang" userId="26352113-6e83-492f-84ac-f369dd862d7e" providerId="ADAL" clId="{D40248DC-5349-E546-B80C-93B4C9D0DAE9}" dt="2019-03-14T03:16:14.760" v="558" actId="478"/>
          <ac:cxnSpMkLst>
            <pc:docMk/>
            <pc:sldMk cId="290784346" sldId="273"/>
            <ac:cxnSpMk id="101" creationId="{00000000-0000-0000-0000-000000000000}"/>
          </ac:cxnSpMkLst>
        </pc:cxnChg>
        <pc:cxnChg chg="del mod">
          <ac:chgData name="Tiansheng Wang" userId="26352113-6e83-492f-84ac-f369dd862d7e" providerId="ADAL" clId="{D40248DC-5349-E546-B80C-93B4C9D0DAE9}" dt="2019-03-14T03:14:30.479" v="535" actId="478"/>
          <ac:cxnSpMkLst>
            <pc:docMk/>
            <pc:sldMk cId="290784346" sldId="273"/>
            <ac:cxnSpMk id="102" creationId="{00000000-0000-0000-0000-000000000000}"/>
          </ac:cxnSpMkLst>
        </pc:cxnChg>
        <pc:cxnChg chg="add del mod">
          <ac:chgData name="Tiansheng Wang" userId="26352113-6e83-492f-84ac-f369dd862d7e" providerId="ADAL" clId="{D40248DC-5349-E546-B80C-93B4C9D0DAE9}" dt="2019-03-14T03:17:42.932" v="573" actId="478"/>
          <ac:cxnSpMkLst>
            <pc:docMk/>
            <pc:sldMk cId="290784346" sldId="273"/>
            <ac:cxnSpMk id="103" creationId="{C378DDCD-3341-D741-9F86-B5D1E8A063E6}"/>
          </ac:cxnSpMkLst>
        </pc:cxnChg>
        <pc:cxnChg chg="add del mod">
          <ac:chgData name="Tiansheng Wang" userId="26352113-6e83-492f-84ac-f369dd862d7e" providerId="ADAL" clId="{D40248DC-5349-E546-B80C-93B4C9D0DAE9}" dt="2019-03-14T03:17:42.932" v="573" actId="478"/>
          <ac:cxnSpMkLst>
            <pc:docMk/>
            <pc:sldMk cId="290784346" sldId="273"/>
            <ac:cxnSpMk id="106" creationId="{EFF03697-ABFE-D943-9A58-89FC31F34EE0}"/>
          </ac:cxnSpMkLst>
        </pc:cxnChg>
        <pc:cxnChg chg="del mod">
          <ac:chgData name="Tiansheng Wang" userId="26352113-6e83-492f-84ac-f369dd862d7e" providerId="ADAL" clId="{D40248DC-5349-E546-B80C-93B4C9D0DAE9}" dt="2019-03-14T03:08:57.686" v="363" actId="478"/>
          <ac:cxnSpMkLst>
            <pc:docMk/>
            <pc:sldMk cId="290784346" sldId="273"/>
            <ac:cxnSpMk id="107" creationId="{00000000-0000-0000-0000-000000000000}"/>
          </ac:cxnSpMkLst>
        </pc:cxnChg>
        <pc:cxnChg chg="del mod">
          <ac:chgData name="Tiansheng Wang" userId="26352113-6e83-492f-84ac-f369dd862d7e" providerId="ADAL" clId="{D40248DC-5349-E546-B80C-93B4C9D0DAE9}" dt="2019-03-14T03:12:14.346" v="484" actId="478"/>
          <ac:cxnSpMkLst>
            <pc:docMk/>
            <pc:sldMk cId="290784346" sldId="273"/>
            <ac:cxnSpMk id="109" creationId="{00000000-0000-0000-0000-000000000000}"/>
          </ac:cxnSpMkLst>
        </pc:cxnChg>
        <pc:cxnChg chg="add del mod">
          <ac:chgData name="Tiansheng Wang" userId="26352113-6e83-492f-84ac-f369dd862d7e" providerId="ADAL" clId="{D40248DC-5349-E546-B80C-93B4C9D0DAE9}" dt="2019-03-14T03:17:42.932" v="573" actId="478"/>
          <ac:cxnSpMkLst>
            <pc:docMk/>
            <pc:sldMk cId="290784346" sldId="273"/>
            <ac:cxnSpMk id="112" creationId="{6F2619DD-8A14-064A-8B40-23E0CF241F7F}"/>
          </ac:cxnSpMkLst>
        </pc:cxnChg>
        <pc:cxnChg chg="add del mod">
          <ac:chgData name="Tiansheng Wang" userId="26352113-6e83-492f-84ac-f369dd862d7e" providerId="ADAL" clId="{D40248DC-5349-E546-B80C-93B4C9D0DAE9}" dt="2019-03-14T03:09:33.193" v="372" actId="478"/>
          <ac:cxnSpMkLst>
            <pc:docMk/>
            <pc:sldMk cId="290784346" sldId="273"/>
            <ac:cxnSpMk id="114" creationId="{A036905F-8C23-D34F-A1C2-96B04F51DF9C}"/>
          </ac:cxnSpMkLst>
        </pc:cxnChg>
        <pc:cxnChg chg="del mod">
          <ac:chgData name="Tiansheng Wang" userId="26352113-6e83-492f-84ac-f369dd862d7e" providerId="ADAL" clId="{D40248DC-5349-E546-B80C-93B4C9D0DAE9}" dt="2019-03-14T03:08:53.456" v="361" actId="478"/>
          <ac:cxnSpMkLst>
            <pc:docMk/>
            <pc:sldMk cId="290784346" sldId="273"/>
            <ac:cxnSpMk id="118" creationId="{00000000-0000-0000-0000-000000000000}"/>
          </ac:cxnSpMkLst>
        </pc:cxnChg>
        <pc:cxnChg chg="add del mod">
          <ac:chgData name="Tiansheng Wang" userId="26352113-6e83-492f-84ac-f369dd862d7e" providerId="ADAL" clId="{D40248DC-5349-E546-B80C-93B4C9D0DAE9}" dt="2019-03-14T03:26:10.884" v="632" actId="478"/>
          <ac:cxnSpMkLst>
            <pc:docMk/>
            <pc:sldMk cId="290784346" sldId="273"/>
            <ac:cxnSpMk id="166" creationId="{ED8FE47D-C817-C745-9FCC-E4126B825BFC}"/>
          </ac:cxnSpMkLst>
        </pc:cxnChg>
        <pc:cxnChg chg="add mod">
          <ac:chgData name="Tiansheng Wang" userId="26352113-6e83-492f-84ac-f369dd862d7e" providerId="ADAL" clId="{D40248DC-5349-E546-B80C-93B4C9D0DAE9}" dt="2019-03-14T04:16:48.721" v="1755" actId="14100"/>
          <ac:cxnSpMkLst>
            <pc:docMk/>
            <pc:sldMk cId="290784346" sldId="273"/>
            <ac:cxnSpMk id="198" creationId="{7557B2DA-A7A1-4E48-8DB8-239414807360}"/>
          </ac:cxnSpMkLst>
        </pc:cxnChg>
        <pc:cxnChg chg="add mod">
          <ac:chgData name="Tiansheng Wang" userId="26352113-6e83-492f-84ac-f369dd862d7e" providerId="ADAL" clId="{D40248DC-5349-E546-B80C-93B4C9D0DAE9}" dt="2019-03-14T04:15:32.656" v="1718" actId="1076"/>
          <ac:cxnSpMkLst>
            <pc:docMk/>
            <pc:sldMk cId="290784346" sldId="273"/>
            <ac:cxnSpMk id="199" creationId="{927C3397-48BF-914F-99B4-A83AA4F73CE2}"/>
          </ac:cxnSpMkLst>
        </pc:cxnChg>
        <pc:cxnChg chg="add mod">
          <ac:chgData name="Tiansheng Wang" userId="26352113-6e83-492f-84ac-f369dd862d7e" providerId="ADAL" clId="{D40248DC-5349-E546-B80C-93B4C9D0DAE9}" dt="2019-03-14T04:15:32.656" v="1718" actId="1076"/>
          <ac:cxnSpMkLst>
            <pc:docMk/>
            <pc:sldMk cId="290784346" sldId="273"/>
            <ac:cxnSpMk id="200" creationId="{385A5BC3-DA2F-2843-BBF5-5F9DDC7482B4}"/>
          </ac:cxnSpMkLst>
        </pc:cxnChg>
        <pc:cxnChg chg="add mod">
          <ac:chgData name="Tiansheng Wang" userId="26352113-6e83-492f-84ac-f369dd862d7e" providerId="ADAL" clId="{D40248DC-5349-E546-B80C-93B4C9D0DAE9}" dt="2019-03-14T04:15:32.656" v="1718" actId="1076"/>
          <ac:cxnSpMkLst>
            <pc:docMk/>
            <pc:sldMk cId="290784346" sldId="273"/>
            <ac:cxnSpMk id="201" creationId="{DB32F423-9BF0-1E4E-9F87-523F99D75048}"/>
          </ac:cxnSpMkLst>
        </pc:cxnChg>
        <pc:cxnChg chg="add mod">
          <ac:chgData name="Tiansheng Wang" userId="26352113-6e83-492f-84ac-f369dd862d7e" providerId="ADAL" clId="{D40248DC-5349-E546-B80C-93B4C9D0DAE9}" dt="2019-03-14T04:15:32.656" v="1718" actId="1076"/>
          <ac:cxnSpMkLst>
            <pc:docMk/>
            <pc:sldMk cId="290784346" sldId="273"/>
            <ac:cxnSpMk id="202" creationId="{A5761750-E3DA-1945-B694-6C8430DCAECA}"/>
          </ac:cxnSpMkLst>
        </pc:cxnChg>
        <pc:cxnChg chg="add mod">
          <ac:chgData name="Tiansheng Wang" userId="26352113-6e83-492f-84ac-f369dd862d7e" providerId="ADAL" clId="{D40248DC-5349-E546-B80C-93B4C9D0DAE9}" dt="2019-03-14T04:15:32.656" v="1718" actId="1076"/>
          <ac:cxnSpMkLst>
            <pc:docMk/>
            <pc:sldMk cId="290784346" sldId="273"/>
            <ac:cxnSpMk id="203" creationId="{33E0844C-3180-3A41-ADCE-EE7F995D1D0B}"/>
          </ac:cxnSpMkLst>
        </pc:cxnChg>
        <pc:cxnChg chg="add mod">
          <ac:chgData name="Tiansheng Wang" userId="26352113-6e83-492f-84ac-f369dd862d7e" providerId="ADAL" clId="{D40248DC-5349-E546-B80C-93B4C9D0DAE9}" dt="2019-03-14T04:15:32.656" v="1718" actId="1076"/>
          <ac:cxnSpMkLst>
            <pc:docMk/>
            <pc:sldMk cId="290784346" sldId="273"/>
            <ac:cxnSpMk id="204" creationId="{AFA96CAB-816F-A044-AC67-C02C7E7563D8}"/>
          </ac:cxnSpMkLst>
        </pc:cxnChg>
        <pc:cxnChg chg="add mod">
          <ac:chgData name="Tiansheng Wang" userId="26352113-6e83-492f-84ac-f369dd862d7e" providerId="ADAL" clId="{D40248DC-5349-E546-B80C-93B4C9D0DAE9}" dt="2019-03-14T04:15:32.656" v="1718" actId="1076"/>
          <ac:cxnSpMkLst>
            <pc:docMk/>
            <pc:sldMk cId="290784346" sldId="273"/>
            <ac:cxnSpMk id="205" creationId="{AB7192AF-96D4-674A-8EA7-18031C12CDB0}"/>
          </ac:cxnSpMkLst>
        </pc:cxnChg>
        <pc:cxnChg chg="add mod">
          <ac:chgData name="Tiansheng Wang" userId="26352113-6e83-492f-84ac-f369dd862d7e" providerId="ADAL" clId="{D40248DC-5349-E546-B80C-93B4C9D0DAE9}" dt="2019-03-14T04:15:32.656" v="1718" actId="1076"/>
          <ac:cxnSpMkLst>
            <pc:docMk/>
            <pc:sldMk cId="290784346" sldId="273"/>
            <ac:cxnSpMk id="206" creationId="{21F86F26-8955-8D43-BF68-84912CEB2739}"/>
          </ac:cxnSpMkLst>
        </pc:cxnChg>
        <pc:cxnChg chg="add mod">
          <ac:chgData name="Tiansheng Wang" userId="26352113-6e83-492f-84ac-f369dd862d7e" providerId="ADAL" clId="{D40248DC-5349-E546-B80C-93B4C9D0DAE9}" dt="2019-03-14T04:15:32.656" v="1718" actId="1076"/>
          <ac:cxnSpMkLst>
            <pc:docMk/>
            <pc:sldMk cId="290784346" sldId="273"/>
            <ac:cxnSpMk id="207" creationId="{60AE9BDF-6740-164C-A73C-2556B408D9A9}"/>
          </ac:cxnSpMkLst>
        </pc:cxnChg>
        <pc:cxnChg chg="add mod">
          <ac:chgData name="Tiansheng Wang" userId="26352113-6e83-492f-84ac-f369dd862d7e" providerId="ADAL" clId="{D40248DC-5349-E546-B80C-93B4C9D0DAE9}" dt="2019-03-14T04:15:32.656" v="1718" actId="1076"/>
          <ac:cxnSpMkLst>
            <pc:docMk/>
            <pc:sldMk cId="290784346" sldId="273"/>
            <ac:cxnSpMk id="208" creationId="{78D03ADB-A05F-8F43-95B9-B8A64F7BD53C}"/>
          </ac:cxnSpMkLst>
        </pc:cxnChg>
        <pc:cxnChg chg="add mod">
          <ac:chgData name="Tiansheng Wang" userId="26352113-6e83-492f-84ac-f369dd862d7e" providerId="ADAL" clId="{D40248DC-5349-E546-B80C-93B4C9D0DAE9}" dt="2019-03-14T04:15:32.656" v="1718" actId="1076"/>
          <ac:cxnSpMkLst>
            <pc:docMk/>
            <pc:sldMk cId="290784346" sldId="273"/>
            <ac:cxnSpMk id="209" creationId="{909117A4-D283-6746-976F-33650558B9F8}"/>
          </ac:cxnSpMkLst>
        </pc:cxnChg>
        <pc:cxnChg chg="add mod">
          <ac:chgData name="Tiansheng Wang" userId="26352113-6e83-492f-84ac-f369dd862d7e" providerId="ADAL" clId="{D40248DC-5349-E546-B80C-93B4C9D0DAE9}" dt="2019-03-14T04:15:32.656" v="1718" actId="1076"/>
          <ac:cxnSpMkLst>
            <pc:docMk/>
            <pc:sldMk cId="290784346" sldId="273"/>
            <ac:cxnSpMk id="210" creationId="{95F55ECF-AD43-AD47-9C1D-9F788A2A7339}"/>
          </ac:cxnSpMkLst>
        </pc:cxnChg>
        <pc:cxnChg chg="add mod">
          <ac:chgData name="Tiansheng Wang" userId="26352113-6e83-492f-84ac-f369dd862d7e" providerId="ADAL" clId="{D40248DC-5349-E546-B80C-93B4C9D0DAE9}" dt="2019-03-14T04:15:32.656" v="1718" actId="1076"/>
          <ac:cxnSpMkLst>
            <pc:docMk/>
            <pc:sldMk cId="290784346" sldId="273"/>
            <ac:cxnSpMk id="211" creationId="{D6B1CAA7-3220-2640-9993-E8E4AFF5585A}"/>
          </ac:cxnSpMkLst>
        </pc:cxnChg>
        <pc:cxnChg chg="add mod">
          <ac:chgData name="Tiansheng Wang" userId="26352113-6e83-492f-84ac-f369dd862d7e" providerId="ADAL" clId="{D40248DC-5349-E546-B80C-93B4C9D0DAE9}" dt="2019-03-14T04:15:32.656" v="1718" actId="1076"/>
          <ac:cxnSpMkLst>
            <pc:docMk/>
            <pc:sldMk cId="290784346" sldId="273"/>
            <ac:cxnSpMk id="212" creationId="{DE597917-C843-A745-86FA-08305DCA2BCC}"/>
          </ac:cxnSpMkLst>
        </pc:cxnChg>
        <pc:cxnChg chg="add mod">
          <ac:chgData name="Tiansheng Wang" userId="26352113-6e83-492f-84ac-f369dd862d7e" providerId="ADAL" clId="{D40248DC-5349-E546-B80C-93B4C9D0DAE9}" dt="2019-03-14T04:15:32.656" v="1718" actId="1076"/>
          <ac:cxnSpMkLst>
            <pc:docMk/>
            <pc:sldMk cId="290784346" sldId="273"/>
            <ac:cxnSpMk id="213" creationId="{885C3CAF-80F1-5944-8CD6-7BEA355B4B59}"/>
          </ac:cxnSpMkLst>
        </pc:cxnChg>
        <pc:cxnChg chg="add mod">
          <ac:chgData name="Tiansheng Wang" userId="26352113-6e83-492f-84ac-f369dd862d7e" providerId="ADAL" clId="{D40248DC-5349-E546-B80C-93B4C9D0DAE9}" dt="2019-03-14T04:15:32.656" v="1718" actId="1076"/>
          <ac:cxnSpMkLst>
            <pc:docMk/>
            <pc:sldMk cId="290784346" sldId="273"/>
            <ac:cxnSpMk id="214" creationId="{95765764-37E7-E147-83A4-83B702ACB2EC}"/>
          </ac:cxnSpMkLst>
        </pc:cxnChg>
        <pc:cxnChg chg="add mod">
          <ac:chgData name="Tiansheng Wang" userId="26352113-6e83-492f-84ac-f369dd862d7e" providerId="ADAL" clId="{D40248DC-5349-E546-B80C-93B4C9D0DAE9}" dt="2019-03-14T04:15:32.656" v="1718" actId="1076"/>
          <ac:cxnSpMkLst>
            <pc:docMk/>
            <pc:sldMk cId="290784346" sldId="273"/>
            <ac:cxnSpMk id="215" creationId="{78758FBE-16DC-474D-AC40-7D47ECF4B7B6}"/>
          </ac:cxnSpMkLst>
        </pc:cxnChg>
        <pc:cxnChg chg="add del mod">
          <ac:chgData name="Tiansheng Wang" userId="26352113-6e83-492f-84ac-f369dd862d7e" providerId="ADAL" clId="{D40248DC-5349-E546-B80C-93B4C9D0DAE9}" dt="2019-03-14T04:16:45.305" v="1754" actId="478"/>
          <ac:cxnSpMkLst>
            <pc:docMk/>
            <pc:sldMk cId="290784346" sldId="273"/>
            <ac:cxnSpMk id="216" creationId="{F6705F26-9600-344E-B2F6-569B8CA53FF1}"/>
          </ac:cxnSpMkLst>
        </pc:cxnChg>
        <pc:cxnChg chg="add mod">
          <ac:chgData name="Tiansheng Wang" userId="26352113-6e83-492f-84ac-f369dd862d7e" providerId="ADAL" clId="{D40248DC-5349-E546-B80C-93B4C9D0DAE9}" dt="2019-03-14T04:17:27.040" v="1764" actId="1076"/>
          <ac:cxnSpMkLst>
            <pc:docMk/>
            <pc:sldMk cId="290784346" sldId="273"/>
            <ac:cxnSpMk id="346" creationId="{A57C6CDD-C93A-7C47-832F-C6E70590C562}"/>
          </ac:cxnSpMkLst>
        </pc:cxnChg>
      </pc:sldChg>
    </pc:docChg>
  </pc:docChgLst>
  <pc:docChgLst>
    <pc:chgData name="Tiansheng Wang" userId="26352113-6e83-492f-84ac-f369dd862d7e" providerId="ADAL" clId="{1ECDD7B9-299E-AF4A-9111-B9559174E539}"/>
    <pc:docChg chg="undo redo custSel addSld modSld">
      <pc:chgData name="Tiansheng Wang" userId="26352113-6e83-492f-84ac-f369dd862d7e" providerId="ADAL" clId="{1ECDD7B9-299E-AF4A-9111-B9559174E539}" dt="2019-08-20T11:41:40.742" v="171" actId="1076"/>
      <pc:docMkLst>
        <pc:docMk/>
      </pc:docMkLst>
      <pc:sldChg chg="delSp modSp">
        <pc:chgData name="Tiansheng Wang" userId="26352113-6e83-492f-84ac-f369dd862d7e" providerId="ADAL" clId="{1ECDD7B9-299E-AF4A-9111-B9559174E539}" dt="2019-08-19T02:05:19.184" v="11" actId="14100"/>
        <pc:sldMkLst>
          <pc:docMk/>
          <pc:sldMk cId="1288527170" sldId="265"/>
        </pc:sldMkLst>
        <pc:spChg chg="mod">
          <ac:chgData name="Tiansheng Wang" userId="26352113-6e83-492f-84ac-f369dd862d7e" providerId="ADAL" clId="{1ECDD7B9-299E-AF4A-9111-B9559174E539}" dt="2019-08-19T02:05:15.784" v="10" actId="14100"/>
          <ac:spMkLst>
            <pc:docMk/>
            <pc:sldMk cId="1288527170" sldId="265"/>
            <ac:spMk id="39" creationId="{00000000-0000-0000-0000-000000000000}"/>
          </ac:spMkLst>
        </pc:spChg>
        <pc:spChg chg="mod">
          <ac:chgData name="Tiansheng Wang" userId="26352113-6e83-492f-84ac-f369dd862d7e" providerId="ADAL" clId="{1ECDD7B9-299E-AF4A-9111-B9559174E539}" dt="2019-08-19T02:05:19.184" v="11" actId="14100"/>
          <ac:spMkLst>
            <pc:docMk/>
            <pc:sldMk cId="1288527170" sldId="265"/>
            <ac:spMk id="40" creationId="{00000000-0000-0000-0000-000000000000}"/>
          </ac:spMkLst>
        </pc:spChg>
        <pc:spChg chg="mod">
          <ac:chgData name="Tiansheng Wang" userId="26352113-6e83-492f-84ac-f369dd862d7e" providerId="ADAL" clId="{1ECDD7B9-299E-AF4A-9111-B9559174E539}" dt="2019-08-19T02:04:53.598" v="5" actId="1076"/>
          <ac:spMkLst>
            <pc:docMk/>
            <pc:sldMk cId="1288527170" sldId="265"/>
            <ac:spMk id="41" creationId="{00000000-0000-0000-0000-000000000000}"/>
          </ac:spMkLst>
        </pc:spChg>
        <pc:spChg chg="del">
          <ac:chgData name="Tiansheng Wang" userId="26352113-6e83-492f-84ac-f369dd862d7e" providerId="ADAL" clId="{1ECDD7B9-299E-AF4A-9111-B9559174E539}" dt="2019-08-19T02:04:37.721" v="4" actId="478"/>
          <ac:spMkLst>
            <pc:docMk/>
            <pc:sldMk cId="1288527170" sldId="265"/>
            <ac:spMk id="43" creationId="{00000000-0000-0000-0000-000000000000}"/>
          </ac:spMkLst>
        </pc:spChg>
      </pc:sldChg>
      <pc:sldChg chg="addSp delSp modSp">
        <pc:chgData name="Tiansheng Wang" userId="26352113-6e83-492f-84ac-f369dd862d7e" providerId="ADAL" clId="{1ECDD7B9-299E-AF4A-9111-B9559174E539}" dt="2019-08-20T11:41:40.742" v="171" actId="1076"/>
        <pc:sldMkLst>
          <pc:docMk/>
          <pc:sldMk cId="1298184871" sldId="271"/>
        </pc:sldMkLst>
        <pc:spChg chg="mod">
          <ac:chgData name="Tiansheng Wang" userId="26352113-6e83-492f-84ac-f369dd862d7e" providerId="ADAL" clId="{1ECDD7B9-299E-AF4A-9111-B9559174E539}" dt="2019-08-20T11:41:33.707" v="165" actId="1076"/>
          <ac:spMkLst>
            <pc:docMk/>
            <pc:sldMk cId="1298184871" sldId="271"/>
            <ac:spMk id="57" creationId="{00000000-0000-0000-0000-000000000000}"/>
          </ac:spMkLst>
        </pc:spChg>
        <pc:spChg chg="mod">
          <ac:chgData name="Tiansheng Wang" userId="26352113-6e83-492f-84ac-f369dd862d7e" providerId="ADAL" clId="{1ECDD7B9-299E-AF4A-9111-B9559174E539}" dt="2019-08-20T11:41:13.928" v="161" actId="1076"/>
          <ac:spMkLst>
            <pc:docMk/>
            <pc:sldMk cId="1298184871" sldId="271"/>
            <ac:spMk id="58" creationId="{00000000-0000-0000-0000-000000000000}"/>
          </ac:spMkLst>
        </pc:spChg>
        <pc:spChg chg="add del mod">
          <ac:chgData name="Tiansheng Wang" userId="26352113-6e83-492f-84ac-f369dd862d7e" providerId="ADAL" clId="{1ECDD7B9-299E-AF4A-9111-B9559174E539}" dt="2019-08-20T11:41:39.614" v="169" actId="1076"/>
          <ac:spMkLst>
            <pc:docMk/>
            <pc:sldMk cId="1298184871" sldId="271"/>
            <ac:spMk id="96" creationId="{00000000-0000-0000-0000-000000000000}"/>
          </ac:spMkLst>
        </pc:spChg>
        <pc:cxnChg chg="add del mod">
          <ac:chgData name="Tiansheng Wang" userId="26352113-6e83-492f-84ac-f369dd862d7e" providerId="ADAL" clId="{1ECDD7B9-299E-AF4A-9111-B9559174E539}" dt="2019-08-20T11:41:40.742" v="171" actId="1076"/>
          <ac:cxnSpMkLst>
            <pc:docMk/>
            <pc:sldMk cId="1298184871" sldId="271"/>
            <ac:cxnSpMk id="67" creationId="{C3D00FD3-2BAA-024E-97D2-01BCDE3FE712}"/>
          </ac:cxnSpMkLst>
        </pc:cxnChg>
      </pc:sldChg>
      <pc:sldChg chg="addSp delSp modSp add">
        <pc:chgData name="Tiansheng Wang" userId="26352113-6e83-492f-84ac-f369dd862d7e" providerId="ADAL" clId="{1ECDD7B9-299E-AF4A-9111-B9559174E539}" dt="2019-08-19T02:57:18.159" v="113" actId="1038"/>
        <pc:sldMkLst>
          <pc:docMk/>
          <pc:sldMk cId="606008986" sldId="278"/>
        </pc:sldMkLst>
        <pc:spChg chg="mod">
          <ac:chgData name="Tiansheng Wang" userId="26352113-6e83-492f-84ac-f369dd862d7e" providerId="ADAL" clId="{1ECDD7B9-299E-AF4A-9111-B9559174E539}" dt="2019-08-19T02:51:53.259" v="75" actId="1076"/>
          <ac:spMkLst>
            <pc:docMk/>
            <pc:sldMk cId="606008986" sldId="278"/>
            <ac:spMk id="23" creationId="{F087ABA1-38EC-DF4A-875E-A6C5CF542AFF}"/>
          </ac:spMkLst>
        </pc:spChg>
        <pc:spChg chg="mod">
          <ac:chgData name="Tiansheng Wang" userId="26352113-6e83-492f-84ac-f369dd862d7e" providerId="ADAL" clId="{1ECDD7B9-299E-AF4A-9111-B9559174E539}" dt="2019-08-19T02:56:11.517" v="101" actId="14100"/>
          <ac:spMkLst>
            <pc:docMk/>
            <pc:sldMk cId="606008986" sldId="278"/>
            <ac:spMk id="24" creationId="{00000000-0000-0000-0000-000000000000}"/>
          </ac:spMkLst>
        </pc:spChg>
        <pc:spChg chg="mod">
          <ac:chgData name="Tiansheng Wang" userId="26352113-6e83-492f-84ac-f369dd862d7e" providerId="ADAL" clId="{1ECDD7B9-299E-AF4A-9111-B9559174E539}" dt="2019-08-19T02:51:56.151" v="76" actId="1076"/>
          <ac:spMkLst>
            <pc:docMk/>
            <pc:sldMk cId="606008986" sldId="278"/>
            <ac:spMk id="25" creationId="{AC2973AA-5E19-7B43-9B2B-5022317A5FB9}"/>
          </ac:spMkLst>
        </pc:spChg>
        <pc:spChg chg="mod">
          <ac:chgData name="Tiansheng Wang" userId="26352113-6e83-492f-84ac-f369dd862d7e" providerId="ADAL" clId="{1ECDD7B9-299E-AF4A-9111-B9559174E539}" dt="2019-08-19T02:51:59.818" v="77" actId="1076"/>
          <ac:spMkLst>
            <pc:docMk/>
            <pc:sldMk cId="606008986" sldId="278"/>
            <ac:spMk id="26" creationId="{0A792FED-AA4A-B349-870A-3B8B56BEFDEF}"/>
          </ac:spMkLst>
        </pc:spChg>
        <pc:spChg chg="mod">
          <ac:chgData name="Tiansheng Wang" userId="26352113-6e83-492f-84ac-f369dd862d7e" providerId="ADAL" clId="{1ECDD7B9-299E-AF4A-9111-B9559174E539}" dt="2019-08-19T02:55:42.557" v="99" actId="1076"/>
          <ac:spMkLst>
            <pc:docMk/>
            <pc:sldMk cId="606008986" sldId="278"/>
            <ac:spMk id="27" creationId="{33A5EE07-AA4D-3F4A-9591-A8FCAC743163}"/>
          </ac:spMkLst>
        </pc:spChg>
        <pc:spChg chg="del">
          <ac:chgData name="Tiansheng Wang" userId="26352113-6e83-492f-84ac-f369dd862d7e" providerId="ADAL" clId="{1ECDD7B9-299E-AF4A-9111-B9559174E539}" dt="2019-08-19T02:52:36.420" v="81" actId="478"/>
          <ac:spMkLst>
            <pc:docMk/>
            <pc:sldMk cId="606008986" sldId="278"/>
            <ac:spMk id="29" creationId="{7CE9CADD-26CB-BF48-8C03-016862F1119D}"/>
          </ac:spMkLst>
        </pc:spChg>
        <pc:spChg chg="add del">
          <ac:chgData name="Tiansheng Wang" userId="26352113-6e83-492f-84ac-f369dd862d7e" providerId="ADAL" clId="{1ECDD7B9-299E-AF4A-9111-B9559174E539}" dt="2019-08-19T02:54:35.069" v="84" actId="478"/>
          <ac:spMkLst>
            <pc:docMk/>
            <pc:sldMk cId="606008986" sldId="278"/>
            <ac:spMk id="35" creationId="{C842E6BC-1C74-FF45-8A66-FE6CA9B868BC}"/>
          </ac:spMkLst>
        </pc:spChg>
        <pc:spChg chg="mod">
          <ac:chgData name="Tiansheng Wang" userId="26352113-6e83-492f-84ac-f369dd862d7e" providerId="ADAL" clId="{1ECDD7B9-299E-AF4A-9111-B9559174E539}" dt="2019-08-19T02:49:54.409" v="58" actId="1076"/>
          <ac:spMkLst>
            <pc:docMk/>
            <pc:sldMk cId="606008986" sldId="278"/>
            <ac:spMk id="37" creationId="{00000000-0000-0000-0000-000000000000}"/>
          </ac:spMkLst>
        </pc:spChg>
        <pc:spChg chg="add del">
          <ac:chgData name="Tiansheng Wang" userId="26352113-6e83-492f-84ac-f369dd862d7e" providerId="ADAL" clId="{1ECDD7B9-299E-AF4A-9111-B9559174E539}" dt="2019-08-19T02:52:34.857" v="80" actId="478"/>
          <ac:spMkLst>
            <pc:docMk/>
            <pc:sldMk cId="606008986" sldId="278"/>
            <ac:spMk id="39" creationId="{E3073A8E-0C09-2E46-8457-0FD92CEE9E23}"/>
          </ac:spMkLst>
        </pc:spChg>
        <pc:spChg chg="del">
          <ac:chgData name="Tiansheng Wang" userId="26352113-6e83-492f-84ac-f369dd862d7e" providerId="ADAL" clId="{1ECDD7B9-299E-AF4A-9111-B9559174E539}" dt="2019-08-19T02:54:36.430" v="85" actId="478"/>
          <ac:spMkLst>
            <pc:docMk/>
            <pc:sldMk cId="606008986" sldId="278"/>
            <ac:spMk id="40" creationId="{045279CF-5941-0F49-A41A-64084B774112}"/>
          </ac:spMkLst>
        </pc:spChg>
        <pc:spChg chg="add del mod">
          <ac:chgData name="Tiansheng Wang" userId="26352113-6e83-492f-84ac-f369dd862d7e" providerId="ADAL" clId="{1ECDD7B9-299E-AF4A-9111-B9559174E539}" dt="2019-08-19T02:55:52.684" v="100" actId="122"/>
          <ac:spMkLst>
            <pc:docMk/>
            <pc:sldMk cId="606008986" sldId="278"/>
            <ac:spMk id="41" creationId="{05718C47-6F03-F340-BA4D-49332124999A}"/>
          </ac:spMkLst>
        </pc:spChg>
        <pc:spChg chg="mod">
          <ac:chgData name="Tiansheng Wang" userId="26352113-6e83-492f-84ac-f369dd862d7e" providerId="ADAL" clId="{1ECDD7B9-299E-AF4A-9111-B9559174E539}" dt="2019-08-19T02:57:11.088" v="110" actId="1076"/>
          <ac:spMkLst>
            <pc:docMk/>
            <pc:sldMk cId="606008986" sldId="278"/>
            <ac:spMk id="42" creationId="{2CD609DC-1A5B-E54E-A707-680DB5847879}"/>
          </ac:spMkLst>
        </pc:spChg>
        <pc:spChg chg="add del mod">
          <ac:chgData name="Tiansheng Wang" userId="26352113-6e83-492f-84ac-f369dd862d7e" providerId="ADAL" clId="{1ECDD7B9-299E-AF4A-9111-B9559174E539}" dt="2019-08-19T02:54:59.799" v="95" actId="1035"/>
          <ac:spMkLst>
            <pc:docMk/>
            <pc:sldMk cId="606008986" sldId="278"/>
            <ac:spMk id="43" creationId="{ECBD006E-1B7C-4440-9A8A-12605D917D9D}"/>
          </ac:spMkLst>
        </pc:spChg>
        <pc:spChg chg="mod">
          <ac:chgData name="Tiansheng Wang" userId="26352113-6e83-492f-84ac-f369dd862d7e" providerId="ADAL" clId="{1ECDD7B9-299E-AF4A-9111-B9559174E539}" dt="2019-08-19T02:57:00.310" v="108" actId="20577"/>
          <ac:spMkLst>
            <pc:docMk/>
            <pc:sldMk cId="606008986" sldId="278"/>
            <ac:spMk id="44" creationId="{00000000-0000-0000-0000-000000000000}"/>
          </ac:spMkLst>
        </pc:spChg>
        <pc:spChg chg="del">
          <ac:chgData name="Tiansheng Wang" userId="26352113-6e83-492f-84ac-f369dd862d7e" providerId="ADAL" clId="{1ECDD7B9-299E-AF4A-9111-B9559174E539}" dt="2019-08-19T02:52:22.301" v="79" actId="478"/>
          <ac:spMkLst>
            <pc:docMk/>
            <pc:sldMk cId="606008986" sldId="278"/>
            <ac:spMk id="45" creationId="{CC781CA3-583C-FF47-812A-B1E29621B579}"/>
          </ac:spMkLst>
        </pc:spChg>
        <pc:spChg chg="add del">
          <ac:chgData name="Tiansheng Wang" userId="26352113-6e83-492f-84ac-f369dd862d7e" providerId="ADAL" clId="{1ECDD7B9-299E-AF4A-9111-B9559174E539}" dt="2019-08-19T02:52:20.366" v="78" actId="478"/>
          <ac:spMkLst>
            <pc:docMk/>
            <pc:sldMk cId="606008986" sldId="278"/>
            <ac:spMk id="46" creationId="{0155909A-5FF5-D94D-B028-306579EF03D1}"/>
          </ac:spMkLst>
        </pc:spChg>
        <pc:spChg chg="del">
          <ac:chgData name="Tiansheng Wang" userId="26352113-6e83-492f-84ac-f369dd862d7e" providerId="ADAL" clId="{1ECDD7B9-299E-AF4A-9111-B9559174E539}" dt="2019-08-19T02:49:23.710" v="15" actId="478"/>
          <ac:spMkLst>
            <pc:docMk/>
            <pc:sldMk cId="606008986" sldId="278"/>
            <ac:spMk id="49" creationId="{EB03B4AC-0D75-5545-B400-067E95A6FF33}"/>
          </ac:spMkLst>
        </pc:spChg>
        <pc:cxnChg chg="mod">
          <ac:chgData name="Tiansheng Wang" userId="26352113-6e83-492f-84ac-f369dd862d7e" providerId="ADAL" clId="{1ECDD7B9-299E-AF4A-9111-B9559174E539}" dt="2019-08-19T02:57:18.159" v="113" actId="1038"/>
          <ac:cxnSpMkLst>
            <pc:docMk/>
            <pc:sldMk cId="606008986" sldId="278"/>
            <ac:cxnSpMk id="28" creationId="{E376AE83-D370-7D49-A568-2E18AEF000D6}"/>
          </ac:cxnSpMkLst>
        </pc:cxnChg>
        <pc:cxnChg chg="mod">
          <ac:chgData name="Tiansheng Wang" userId="26352113-6e83-492f-84ac-f369dd862d7e" providerId="ADAL" clId="{1ECDD7B9-299E-AF4A-9111-B9559174E539}" dt="2019-08-19T02:57:11.088" v="110" actId="1076"/>
          <ac:cxnSpMkLst>
            <pc:docMk/>
            <pc:sldMk cId="606008986" sldId="278"/>
            <ac:cxnSpMk id="36" creationId="{B94E4BDE-C920-4044-8945-72D2D5113FAF}"/>
          </ac:cxnSpMkLst>
        </pc:cxnChg>
        <pc:cxnChg chg="del">
          <ac:chgData name="Tiansheng Wang" userId="26352113-6e83-492f-84ac-f369dd862d7e" providerId="ADAL" clId="{1ECDD7B9-299E-AF4A-9111-B9559174E539}" dt="2019-08-19T02:49:19.041" v="14" actId="478"/>
          <ac:cxnSpMkLst>
            <pc:docMk/>
            <pc:sldMk cId="606008986" sldId="278"/>
            <ac:cxnSpMk id="38" creationId="{00000000-0000-0000-0000-00000000000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2F60D5-F883-4F47-8E24-FD4A6EFC6407}" type="datetimeFigureOut">
              <a:rPr lang="en-US" smtClean="0"/>
              <a:t>10/20/24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57150" y="1143000"/>
            <a:ext cx="69723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97501-D2F4-4AE9-901C-2B655FA3A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389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9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95" algn="l" defTabSz="91439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91" algn="l" defTabSz="91439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86" algn="l" defTabSz="91439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82" algn="l" defTabSz="91439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77" algn="l" defTabSz="91439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73" algn="l" defTabSz="91439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68" algn="l" defTabSz="91439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63" algn="l" defTabSz="91439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57150" y="1143000"/>
            <a:ext cx="69723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date of the first treatment for DR was used to define the outcome date.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primary analysis was as treated, which defined follow-up based on actual exposure to the initial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antihyperglycemic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treatment.</a:t>
            </a:r>
            <a:r>
              <a:rPr lang="en-GB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plausible biological mechanism for incretin therapies inducing DR is due to rapid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glycemic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control</a:t>
            </a:r>
            <a:r>
              <a:rPr lang="en-GB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SUSTAIN-6 trial also showed that diabetic retinopathy could happen by the time the patient has a second prescription</a:t>
            </a:r>
            <a:r>
              <a:rPr lang="en-GB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thus we assumed a short induction period</a:t>
            </a:r>
            <a:r>
              <a:rPr lang="en-US" dirty="0">
                <a:effectLst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Considering the time need to receiving treatment (e.g. making an appointment with ophthalmologists, having an eye exam), we assumed a 30-day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latency period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Follow-up started on 2</a:t>
            </a:r>
            <a:r>
              <a:rPr lang="en-GB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nd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Rx and ended with the earliest of the following events: 30 days after treatment changes,</a:t>
            </a:r>
            <a:r>
              <a:rPr lang="en-GB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 death, end of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enrollment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end of study (31 December 2014), or a claim for DR treatment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6CCF91-AF1F-F545-B2A4-4773D57648B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850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24100" y="1346836"/>
            <a:ext cx="139446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24100" y="4322446"/>
            <a:ext cx="139446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5F31A-EA4C-4CE4-825C-9F5161B7F877}" type="datetimeFigureOut">
              <a:rPr lang="en-US" smtClean="0"/>
              <a:t>10/20/24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485A1-5403-45AD-B83A-C3C1C3073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809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5F31A-EA4C-4CE4-825C-9F5161B7F877}" type="datetimeFigureOut">
              <a:rPr lang="en-US" smtClean="0"/>
              <a:t>10/20/24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485A1-5403-45AD-B83A-C3C1C3073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474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8571" y="2051686"/>
            <a:ext cx="1603629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8571" y="5507356"/>
            <a:ext cx="1603629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5F31A-EA4C-4CE4-825C-9F5161B7F877}" type="datetimeFigureOut">
              <a:rPr lang="en-US" smtClean="0"/>
              <a:t>10/20/24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485A1-5403-45AD-B83A-C3C1C3073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890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8255" y="2190750"/>
            <a:ext cx="790194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12605" y="2190750"/>
            <a:ext cx="790194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5F31A-EA4C-4CE4-825C-9F5161B7F877}" type="datetimeFigureOut">
              <a:rPr lang="en-US" smtClean="0"/>
              <a:t>10/20/24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485A1-5403-45AD-B83A-C3C1C3073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845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677" y="438150"/>
            <a:ext cx="1603629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678" y="2017396"/>
            <a:ext cx="7865625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678" y="3006090"/>
            <a:ext cx="7865625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412605" y="2017396"/>
            <a:ext cx="7904362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412605" y="3006090"/>
            <a:ext cx="7904362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5F31A-EA4C-4CE4-825C-9F5161B7F877}" type="datetimeFigureOut">
              <a:rPr lang="en-US" smtClean="0"/>
              <a:t>10/20/24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485A1-5403-45AD-B83A-C3C1C3073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177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5F31A-EA4C-4CE4-825C-9F5161B7F877}" type="datetimeFigureOut">
              <a:rPr lang="en-US" smtClean="0"/>
              <a:t>10/20/24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485A1-5403-45AD-B83A-C3C1C3073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735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5F31A-EA4C-4CE4-825C-9F5161B7F877}" type="datetimeFigureOut">
              <a:rPr lang="en-US" smtClean="0"/>
              <a:t>10/20/24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485A1-5403-45AD-B83A-C3C1C3073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868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678" y="548640"/>
            <a:ext cx="5996661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4364" y="1184911"/>
            <a:ext cx="9412605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80678" y="2468880"/>
            <a:ext cx="5996661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5F31A-EA4C-4CE4-825C-9F5161B7F877}" type="datetimeFigureOut">
              <a:rPr lang="en-US" smtClean="0"/>
              <a:t>10/20/24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485A1-5403-45AD-B83A-C3C1C3073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23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678" y="548640"/>
            <a:ext cx="5996661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904364" y="1184911"/>
            <a:ext cx="9412605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80678" y="2468880"/>
            <a:ext cx="5996661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5F31A-EA4C-4CE4-825C-9F5161B7F877}" type="datetimeFigureOut">
              <a:rPr lang="en-US" smtClean="0"/>
              <a:t>10/20/24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485A1-5403-45AD-B83A-C3C1C3073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021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5F31A-EA4C-4CE4-825C-9F5161B7F877}" type="datetimeFigureOut">
              <a:rPr lang="en-US" smtClean="0"/>
              <a:t>10/20/24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485A1-5403-45AD-B83A-C3C1C3073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57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305474" y="438150"/>
            <a:ext cx="4009073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8255" y="438150"/>
            <a:ext cx="11794808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5F31A-EA4C-4CE4-825C-9F5161B7F877}" type="datetimeFigureOut">
              <a:rPr lang="en-US" smtClean="0"/>
              <a:t>10/20/24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485A1-5403-45AD-B83A-C3C1C3073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828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78255" y="438150"/>
            <a:ext cx="1603629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255" y="2190750"/>
            <a:ext cx="1603629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78255" y="7627621"/>
            <a:ext cx="418338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45F31A-EA4C-4CE4-825C-9F5161B7F877}" type="datetimeFigureOut">
              <a:rPr lang="en-US" smtClean="0"/>
              <a:t>10/20/24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158865" y="7627621"/>
            <a:ext cx="627507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31165" y="7627621"/>
            <a:ext cx="418338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7485A1-5403-45AD-B83A-C3C1C3073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423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/>
          <p:cNvCxnSpPr>
            <a:cxnSpLocks/>
          </p:cNvCxnSpPr>
          <p:nvPr/>
        </p:nvCxnSpPr>
        <p:spPr>
          <a:xfrm>
            <a:off x="742734" y="3258264"/>
            <a:ext cx="1704739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912793" y="5936896"/>
            <a:ext cx="2129713" cy="667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68" b="1" dirty="0"/>
              <a:t>Cohort entry date</a:t>
            </a:r>
          </a:p>
          <a:p>
            <a:r>
              <a:rPr lang="en-US" sz="1868" b="1" dirty="0"/>
              <a:t>(2</a:t>
            </a:r>
            <a:r>
              <a:rPr lang="en-US" sz="1868" b="1" baseline="30000" dirty="0"/>
              <a:t>nd</a:t>
            </a:r>
            <a:r>
              <a:rPr lang="en-US" sz="1868" b="1" dirty="0"/>
              <a:t> Rx)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825" y="3610109"/>
            <a:ext cx="1316432" cy="954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68" b="1" dirty="0"/>
              <a:t>1/1/2015</a:t>
            </a:r>
          </a:p>
          <a:p>
            <a:r>
              <a:rPr lang="en-US" sz="1868" b="1" dirty="0"/>
              <a:t>(Obtained Rx data)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68808" y="3610107"/>
            <a:ext cx="2108269" cy="6672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68" b="1" dirty="0"/>
              <a:t>December 31, 2019</a:t>
            </a:r>
          </a:p>
          <a:p>
            <a:r>
              <a:rPr lang="en-US" sz="1868" b="1" dirty="0"/>
              <a:t>End of Study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90752" y="3511900"/>
            <a:ext cx="3971845" cy="22929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300" b="1" u="sng" dirty="0"/>
              <a:t>365-day baseline period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Obtain HD variables for the </a:t>
            </a:r>
            <a:r>
              <a:rPr lang="en-US" sz="2000" b="1" dirty="0" err="1"/>
              <a:t>hdiCF</a:t>
            </a:r>
            <a:r>
              <a:rPr lang="en-US" sz="2000" b="1" dirty="0"/>
              <a:t> HD setting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Obtain HD variables for the </a:t>
            </a:r>
            <a:r>
              <a:rPr lang="en-US" sz="2000" b="1" dirty="0" err="1"/>
              <a:t>hdPS</a:t>
            </a:r>
            <a:r>
              <a:rPr lang="en-US" sz="2000" b="1" dirty="0"/>
              <a:t> setting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Assess defined variables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Washout of prevalent drug use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5615" y="4263406"/>
            <a:ext cx="7921251" cy="7540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300" b="1" u="sng" dirty="0"/>
              <a:t>Risk period: 2 years after 2</a:t>
            </a:r>
            <a:r>
              <a:rPr lang="en-US" sz="2300" b="1" u="sng" baseline="30000" dirty="0"/>
              <a:t>nd</a:t>
            </a:r>
            <a:r>
              <a:rPr lang="en-US" sz="2300" b="1" u="sng" dirty="0"/>
              <a:t> Rx </a:t>
            </a:r>
          </a:p>
          <a:p>
            <a:pPr algn="ctr"/>
            <a:r>
              <a:rPr lang="en-US" sz="2000" b="1" dirty="0"/>
              <a:t>Outcome assessment</a:t>
            </a:r>
          </a:p>
        </p:txBody>
      </p:sp>
      <p:cxnSp>
        <p:nvCxnSpPr>
          <p:cNvPr id="45" name="Straight Connector 44"/>
          <p:cNvCxnSpPr>
            <a:cxnSpLocks/>
          </p:cNvCxnSpPr>
          <p:nvPr/>
        </p:nvCxnSpPr>
        <p:spPr>
          <a:xfrm flipH="1">
            <a:off x="16246866" y="2755246"/>
            <a:ext cx="1" cy="3025622"/>
          </a:xfrm>
          <a:prstGeom prst="line">
            <a:avLst/>
          </a:prstGeom>
          <a:ln w="254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5031339" y="5780868"/>
            <a:ext cx="24310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80917" indent="-380917">
              <a:buFont typeface="Wingdings" panose="05000000000000000000" pitchFamily="2" charset="2"/>
              <a:buChar char="Ø"/>
            </a:pPr>
            <a:r>
              <a:rPr lang="en-US" altLang="zh-CN" sz="2000" b="1" dirty="0"/>
              <a:t>End of Follow-up:</a:t>
            </a:r>
            <a:endParaRPr lang="en-US" sz="2000" b="1" dirty="0"/>
          </a:p>
        </p:txBody>
      </p:sp>
      <p:cxnSp>
        <p:nvCxnSpPr>
          <p:cNvPr id="48" name="Straight Connector 47"/>
          <p:cNvCxnSpPr>
            <a:cxnSpLocks/>
          </p:cNvCxnSpPr>
          <p:nvPr/>
        </p:nvCxnSpPr>
        <p:spPr>
          <a:xfrm>
            <a:off x="8325611" y="2692566"/>
            <a:ext cx="0" cy="3244330"/>
          </a:xfrm>
          <a:prstGeom prst="line">
            <a:avLst/>
          </a:prstGeom>
          <a:ln w="254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935751" y="210783"/>
            <a:ext cx="6020431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b="1" dirty="0"/>
              <a:t>Timeline to access the Medicare claim database</a:t>
            </a:r>
          </a:p>
        </p:txBody>
      </p:sp>
      <p:cxnSp>
        <p:nvCxnSpPr>
          <p:cNvPr id="58" name="Straight Arrow Connector 57"/>
          <p:cNvCxnSpPr>
            <a:cxnSpLocks/>
            <a:stCxn id="56" idx="1"/>
          </p:cNvCxnSpPr>
          <p:nvPr/>
        </p:nvCxnSpPr>
        <p:spPr>
          <a:xfrm flipH="1" flipV="1">
            <a:off x="742736" y="433653"/>
            <a:ext cx="6193015" cy="26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cxnSpLocks/>
          </p:cNvCxnSpPr>
          <p:nvPr/>
        </p:nvCxnSpPr>
        <p:spPr>
          <a:xfrm flipH="1">
            <a:off x="12909688" y="449419"/>
            <a:ext cx="4860553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3440452" y="6188089"/>
            <a:ext cx="5099466" cy="17081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100" b="1" dirty="0"/>
              <a:t>Medicare</a:t>
            </a:r>
          </a:p>
          <a:p>
            <a:pPr marL="380917" indent="-380917">
              <a:buFont typeface="Arial" panose="020B0604020202020204" pitchFamily="34" charset="0"/>
              <a:buChar char="•"/>
            </a:pPr>
            <a:r>
              <a:rPr lang="en-US" altLang="zh-CN" sz="2100" b="1" dirty="0"/>
              <a:t>Death (competing event)</a:t>
            </a:r>
          </a:p>
          <a:p>
            <a:pPr marL="380917" indent="-380917">
              <a:buFont typeface="Arial" panose="020B0604020202020204" pitchFamily="34" charset="0"/>
              <a:buChar char="•"/>
            </a:pPr>
            <a:r>
              <a:rPr lang="en-US" altLang="zh-CN" sz="2100" b="1" dirty="0"/>
              <a:t>Gap in Medicare parts A, B enrollment  </a:t>
            </a:r>
          </a:p>
          <a:p>
            <a:pPr marL="380917" indent="-380917">
              <a:buFont typeface="Arial" panose="020B0604020202020204" pitchFamily="34" charset="0"/>
              <a:buChar char="•"/>
            </a:pPr>
            <a:r>
              <a:rPr lang="en-US" sz="2100" b="1" dirty="0"/>
              <a:t>Truncated at maximum 2 years follow-up</a:t>
            </a:r>
          </a:p>
          <a:p>
            <a:pPr marL="380917" indent="-380917">
              <a:buFont typeface="Arial" panose="020B0604020202020204" pitchFamily="34" charset="0"/>
              <a:buChar char="•"/>
            </a:pPr>
            <a:r>
              <a:rPr lang="en-US" sz="2100" b="1" dirty="0"/>
              <a:t>End of Study (December 31, 2019)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AE9D53A-1E38-A44F-9D64-96927718BC69}"/>
              </a:ext>
            </a:extLst>
          </p:cNvPr>
          <p:cNvCxnSpPr>
            <a:cxnSpLocks/>
          </p:cNvCxnSpPr>
          <p:nvPr/>
        </p:nvCxnSpPr>
        <p:spPr>
          <a:xfrm>
            <a:off x="6776660" y="2730010"/>
            <a:ext cx="0" cy="3206886"/>
          </a:xfrm>
          <a:prstGeom prst="line">
            <a:avLst/>
          </a:prstGeom>
          <a:ln w="254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B03B4AC-0D75-5545-B400-067E95A6FF33}"/>
              </a:ext>
            </a:extLst>
          </p:cNvPr>
          <p:cNvSpPr txBox="1"/>
          <p:nvPr/>
        </p:nvSpPr>
        <p:spPr>
          <a:xfrm>
            <a:off x="6293371" y="5917530"/>
            <a:ext cx="1274516" cy="6672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68" b="1" dirty="0"/>
              <a:t>Index date</a:t>
            </a:r>
          </a:p>
          <a:p>
            <a:r>
              <a:rPr lang="en-US" sz="1868" b="1" dirty="0"/>
              <a:t>(1</a:t>
            </a:r>
            <a:r>
              <a:rPr lang="en-US" sz="1868" b="1" baseline="30000" dirty="0"/>
              <a:t>st</a:t>
            </a:r>
            <a:r>
              <a:rPr lang="en-US" sz="1868" b="1" dirty="0"/>
              <a:t> Rx)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AAE82E2-7D9F-324E-9C64-CF7EFBE0675F}"/>
              </a:ext>
            </a:extLst>
          </p:cNvPr>
          <p:cNvCxnSpPr>
            <a:cxnSpLocks/>
          </p:cNvCxnSpPr>
          <p:nvPr/>
        </p:nvCxnSpPr>
        <p:spPr>
          <a:xfrm>
            <a:off x="2377929" y="2380107"/>
            <a:ext cx="0" cy="3400763"/>
          </a:xfrm>
          <a:prstGeom prst="line">
            <a:avLst/>
          </a:prstGeom>
          <a:ln w="25400"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E7D51B76-922B-F640-9E78-31D9AB8999AC}"/>
              </a:ext>
            </a:extLst>
          </p:cNvPr>
          <p:cNvSpPr txBox="1"/>
          <p:nvPr/>
        </p:nvSpPr>
        <p:spPr>
          <a:xfrm>
            <a:off x="1990916" y="1540863"/>
            <a:ext cx="2158369" cy="667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68" b="1" dirty="0"/>
              <a:t>10/1/2016</a:t>
            </a:r>
          </a:p>
          <a:p>
            <a:r>
              <a:rPr lang="en-US" sz="1868" b="1" dirty="0"/>
              <a:t>Earliest Index date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7C1724F-A49D-EA41-81AC-B79060D3C120}"/>
              </a:ext>
            </a:extLst>
          </p:cNvPr>
          <p:cNvCxnSpPr>
            <a:cxnSpLocks/>
          </p:cNvCxnSpPr>
          <p:nvPr/>
        </p:nvCxnSpPr>
        <p:spPr>
          <a:xfrm>
            <a:off x="742734" y="180289"/>
            <a:ext cx="0" cy="3471907"/>
          </a:xfrm>
          <a:prstGeom prst="line">
            <a:avLst/>
          </a:prstGeom>
          <a:ln w="254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Left Brace 1">
            <a:extLst>
              <a:ext uri="{FF2B5EF4-FFF2-40B4-BE49-F238E27FC236}">
                <a16:creationId xmlns:a16="http://schemas.microsoft.com/office/drawing/2014/main" id="{86E5F2FE-70B6-4B4D-906E-6F4DB3225C9A}"/>
              </a:ext>
            </a:extLst>
          </p:cNvPr>
          <p:cNvSpPr/>
          <p:nvPr/>
        </p:nvSpPr>
        <p:spPr>
          <a:xfrm rot="16200000">
            <a:off x="7428228" y="6123157"/>
            <a:ext cx="423475" cy="172660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BD2AC0-F94B-3E44-9DC8-B402B875326B}"/>
              </a:ext>
            </a:extLst>
          </p:cNvPr>
          <p:cNvSpPr txBox="1"/>
          <p:nvPr/>
        </p:nvSpPr>
        <p:spPr>
          <a:xfrm>
            <a:off x="6451796" y="7206508"/>
            <a:ext cx="26842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Within 90 days after the days supply of 1</a:t>
            </a:r>
            <a:r>
              <a:rPr lang="en-US" sz="2000" baseline="30000" dirty="0"/>
              <a:t>st</a:t>
            </a:r>
            <a:r>
              <a:rPr lang="en-US" sz="2000" dirty="0"/>
              <a:t> Rx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4A3C2BE-EAD6-77B4-EAFB-F5467DBC806E}"/>
              </a:ext>
            </a:extLst>
          </p:cNvPr>
          <p:cNvCxnSpPr>
            <a:cxnSpLocks/>
          </p:cNvCxnSpPr>
          <p:nvPr/>
        </p:nvCxnSpPr>
        <p:spPr>
          <a:xfrm>
            <a:off x="17795679" y="180289"/>
            <a:ext cx="0" cy="3471907"/>
          </a:xfrm>
          <a:prstGeom prst="line">
            <a:avLst/>
          </a:prstGeom>
          <a:ln w="254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40B1B9E-6F04-4D23-61A7-DCCE571CAECF}"/>
              </a:ext>
            </a:extLst>
          </p:cNvPr>
          <p:cNvCxnSpPr>
            <a:cxnSpLocks/>
          </p:cNvCxnSpPr>
          <p:nvPr/>
        </p:nvCxnSpPr>
        <p:spPr>
          <a:xfrm>
            <a:off x="1341539" y="1467904"/>
            <a:ext cx="5275" cy="4434486"/>
          </a:xfrm>
          <a:prstGeom prst="line">
            <a:avLst/>
          </a:prstGeom>
          <a:ln w="38100" cmpd="sng">
            <a:solidFill>
              <a:srgbClr val="00B050"/>
            </a:solidFill>
            <a:prstDash val="soli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E0B87B5-337D-0CF0-266F-1F8D175985A4}"/>
              </a:ext>
            </a:extLst>
          </p:cNvPr>
          <p:cNvSpPr txBox="1"/>
          <p:nvPr/>
        </p:nvSpPr>
        <p:spPr>
          <a:xfrm>
            <a:off x="797120" y="482225"/>
            <a:ext cx="1728498" cy="954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68" b="1" dirty="0"/>
              <a:t>10/1/2015</a:t>
            </a:r>
          </a:p>
          <a:p>
            <a:r>
              <a:rPr lang="en-US" sz="1868" b="1" dirty="0"/>
              <a:t>Transition to ICD-10 code</a:t>
            </a:r>
          </a:p>
        </p:txBody>
      </p:sp>
    </p:spTree>
    <p:extLst>
      <p:ext uri="{BB962C8B-B14F-4D97-AF65-F5344CB8AC3E}">
        <p14:creationId xmlns:p14="http://schemas.microsoft.com/office/powerpoint/2010/main" val="964364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31882</TotalTime>
  <Words>274</Words>
  <Application>Microsoft Macintosh PowerPoint</Application>
  <PresentationFormat>Custom</PresentationFormat>
  <Paragraphs>33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Wingdings</vt:lpstr>
      <vt:lpstr>Office Theme</vt:lpstr>
      <vt:lpstr>PowerPoint Presentation</vt:lpstr>
    </vt:vector>
  </TitlesOfParts>
  <Company>UNC Chapel Hill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Tian Wang</dc:creator>
  <cp:lastModifiedBy>Wang, Tiansheng</cp:lastModifiedBy>
  <cp:revision>218</cp:revision>
  <cp:lastPrinted>2019-03-14T04:21:34Z</cp:lastPrinted>
  <dcterms:created xsi:type="dcterms:W3CDTF">2018-03-14T15:12:03Z</dcterms:created>
  <dcterms:modified xsi:type="dcterms:W3CDTF">2024-10-20T21:42:14Z</dcterms:modified>
</cp:coreProperties>
</file>