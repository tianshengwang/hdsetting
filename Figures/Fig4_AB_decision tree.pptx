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notesMasterIdLst>
    <p:notesMasterId r:id="rId3"/>
  </p:notesMasterIdLst>
  <p:sldIdLst>
    <p:sldId id="291" r:id="rId2"/>
  </p:sldIdLst>
  <p:sldSz cx="201168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18"/>
    <p:restoredTop sz="97026"/>
  </p:normalViewPr>
  <p:slideViewPr>
    <p:cSldViewPr snapToGrid="0">
      <p:cViewPr varScale="1">
        <p:scale>
          <a:sx n="89" d="100"/>
          <a:sy n="89" d="100"/>
        </p:scale>
        <p:origin x="176" y="1072"/>
      </p:cViewPr>
      <p:guideLst/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297B2-DAED-2348-A203-C7C6FA9A822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1143000"/>
            <a:ext cx="7543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57202-081A-5A49-8D7E-E2FD37AA8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08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93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585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377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9170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962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755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547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8339" algn="l" defTabSz="60958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AFDB-0E2C-2E6C-A4DD-993F529A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8FE1E-1A0F-F321-B71B-BD178DD8F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42900" y="1143000"/>
            <a:ext cx="7543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4B9B0-F254-DEE9-4BAD-B75655054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37813-CED5-04DE-FB61-DD2738675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57202-081A-5A49-8D7E-E2FD37AA89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15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4600" y="1346836"/>
            <a:ext cx="150876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4322446"/>
            <a:ext cx="150876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2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4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552" y="2051686"/>
            <a:ext cx="1735074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552" y="5507356"/>
            <a:ext cx="1735074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6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3030" y="2190750"/>
            <a:ext cx="85496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84130" y="2190750"/>
            <a:ext cx="85496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438150"/>
            <a:ext cx="1735074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651" y="2017396"/>
            <a:ext cx="851034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651" y="3006090"/>
            <a:ext cx="8510349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84130" y="2017396"/>
            <a:ext cx="8552260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84130" y="3006090"/>
            <a:ext cx="8552260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58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0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0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548640"/>
            <a:ext cx="6488191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2260" y="1184911"/>
            <a:ext cx="1018413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2468880"/>
            <a:ext cx="6488191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548640"/>
            <a:ext cx="6488191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52260" y="1184911"/>
            <a:ext cx="1018413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2468880"/>
            <a:ext cx="6488191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8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7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6085" y="438150"/>
            <a:ext cx="4337685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3030" y="438150"/>
            <a:ext cx="12761595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4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3030" y="438150"/>
            <a:ext cx="1735074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3030" y="2190750"/>
            <a:ext cx="1735074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3030" y="7627621"/>
            <a:ext cx="45262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F4B1D-DFBE-604F-828A-7800D4724F3A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3690" y="7627621"/>
            <a:ext cx="67894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7490" y="7627621"/>
            <a:ext cx="45262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E702E-CE85-EA4B-B41E-2EF78B8B0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3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C2C8B-4561-A775-B6C8-E78506BE5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5F03846E-3EC9-1085-D784-48447B54B753}"/>
              </a:ext>
            </a:extLst>
          </p:cNvPr>
          <p:cNvSpPr txBox="1"/>
          <p:nvPr/>
        </p:nvSpPr>
        <p:spPr>
          <a:xfrm>
            <a:off x="10461117" y="1932057"/>
            <a:ext cx="2539276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SG1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SGLT2i vs GLP1RA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size: 1,181 vs 1,968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event: 70 vs 182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-1.7 (-3.6 to 0.2)</a:t>
            </a:r>
            <a:r>
              <a:rPr lang="en-US" sz="2000" dirty="0"/>
              <a:t>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CFA657-9EEA-DB37-635E-4ED695FB5745}"/>
              </a:ext>
            </a:extLst>
          </p:cNvPr>
          <p:cNvSpPr txBox="1"/>
          <p:nvPr/>
        </p:nvSpPr>
        <p:spPr>
          <a:xfrm>
            <a:off x="12217672" y="366900"/>
            <a:ext cx="2780364" cy="70788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dx3_outpt_once_N18 (</a:t>
            </a:r>
            <a:r>
              <a:rPr lang="en-US" sz="2000" dirty="0">
                <a:solidFill>
                  <a:srgbClr val="001D35"/>
                </a:solidFill>
                <a:latin typeface="Google Sans"/>
                <a:cs typeface="Calibri" panose="020F0502020204030204" pitchFamily="34" charset="0"/>
              </a:rPr>
              <a:t>C</a:t>
            </a:r>
            <a:r>
              <a:rPr lang="en-US" sz="2000" dirty="0">
                <a:solidFill>
                  <a:srgbClr val="001D35"/>
                </a:solidFill>
                <a:latin typeface="Google Sans"/>
              </a:rPr>
              <a:t>hronic kidney disease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2D2A37-2D5E-D793-01C9-10AC565B047B}"/>
              </a:ext>
            </a:extLst>
          </p:cNvPr>
          <p:cNvSpPr txBox="1"/>
          <p:nvPr/>
        </p:nvSpPr>
        <p:spPr>
          <a:xfrm>
            <a:off x="10978990" y="3472196"/>
            <a:ext cx="2710578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SG2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SGLT2i vs GLP1RA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size: 1,041 vs 1,104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event: 102 vs 106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0.3 (-2.2 to 2.9)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875405-FA32-DE84-F6E3-AD70A00FECE8}"/>
              </a:ext>
            </a:extLst>
          </p:cNvPr>
          <p:cNvSpPr txBox="1"/>
          <p:nvPr/>
        </p:nvSpPr>
        <p:spPr>
          <a:xfrm>
            <a:off x="13332263" y="1903948"/>
            <a:ext cx="2778632" cy="70788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atc3_outpt_once_C03C (Loop diuretics)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CDB63B-CDBC-716A-2DE9-7886B80101C3}"/>
              </a:ext>
            </a:extLst>
          </p:cNvPr>
          <p:cNvSpPr txBox="1"/>
          <p:nvPr/>
        </p:nvSpPr>
        <p:spPr>
          <a:xfrm>
            <a:off x="12731730" y="1226150"/>
            <a:ext cx="179550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F8145F5-BD62-7155-6F9B-6FAD5C8188A1}"/>
              </a:ext>
            </a:extLst>
          </p:cNvPr>
          <p:cNvCxnSpPr>
            <a:cxnSpLocks/>
          </p:cNvCxnSpPr>
          <p:nvPr/>
        </p:nvCxnSpPr>
        <p:spPr>
          <a:xfrm flipH="1">
            <a:off x="12401767" y="1095434"/>
            <a:ext cx="1197252" cy="801811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3DE3E42-4AF1-720B-93E5-EB9AFE87D37F}"/>
              </a:ext>
            </a:extLst>
          </p:cNvPr>
          <p:cNvSpPr txBox="1"/>
          <p:nvPr/>
        </p:nvSpPr>
        <p:spPr>
          <a:xfrm>
            <a:off x="14611377" y="1230948"/>
            <a:ext cx="220407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4641B6F-D630-3DB4-70DE-40A91F3F6466}"/>
              </a:ext>
            </a:extLst>
          </p:cNvPr>
          <p:cNvCxnSpPr>
            <a:cxnSpLocks/>
          </p:cNvCxnSpPr>
          <p:nvPr/>
        </p:nvCxnSpPr>
        <p:spPr>
          <a:xfrm flipH="1" flipV="1">
            <a:off x="13817290" y="1086459"/>
            <a:ext cx="1238388" cy="793615"/>
          </a:xfrm>
          <a:prstGeom prst="line">
            <a:avLst/>
          </a:prstGeom>
          <a:ln w="12700"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F964052-21D6-E478-1FCD-04FFE5E34068}"/>
              </a:ext>
            </a:extLst>
          </p:cNvPr>
          <p:cNvSpPr txBox="1"/>
          <p:nvPr/>
        </p:nvSpPr>
        <p:spPr>
          <a:xfrm>
            <a:off x="14545188" y="3436101"/>
            <a:ext cx="2710578" cy="76944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sz="1200" dirty="0"/>
          </a:p>
          <a:p>
            <a:r>
              <a:rPr lang="en-US" sz="2000" dirty="0"/>
              <a:t>Age &gt; 75</a:t>
            </a:r>
          </a:p>
          <a:p>
            <a:endParaRPr lang="en-US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29FAAF-973E-7245-2D9F-7C8B5E1CC617}"/>
              </a:ext>
            </a:extLst>
          </p:cNvPr>
          <p:cNvSpPr txBox="1"/>
          <p:nvPr/>
        </p:nvSpPr>
        <p:spPr>
          <a:xfrm>
            <a:off x="12404136" y="5046720"/>
            <a:ext cx="2593901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SG3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SGLT2i vs GLP1RA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size: 1,545 vs 919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event: 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vs 19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0.1 (-1.0 to 1.3)</a:t>
            </a:r>
            <a:r>
              <a:rPr lang="en-US" sz="2000" dirty="0"/>
              <a:t>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8EB9A5-1DDC-08C4-51E5-EBB12A6A0968}"/>
              </a:ext>
            </a:extLst>
          </p:cNvPr>
          <p:cNvSpPr txBox="1"/>
          <p:nvPr/>
        </p:nvSpPr>
        <p:spPr>
          <a:xfrm>
            <a:off x="17331326" y="6588657"/>
            <a:ext cx="2572307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SG5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SGLT2i vs GLP1RA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size: 2,355 vs 1,979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event: 34 vs 42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-0.2 (-1.0 to 0.6)</a:t>
            </a:r>
            <a:r>
              <a:rPr lang="en-US" sz="2000" dirty="0"/>
              <a:t>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1BE5A7-5153-C3DA-87AC-AA53FB45EFC2}"/>
              </a:ext>
            </a:extLst>
          </p:cNvPr>
          <p:cNvSpPr txBox="1"/>
          <p:nvPr/>
        </p:nvSpPr>
        <p:spPr>
          <a:xfrm>
            <a:off x="14526130" y="6588657"/>
            <a:ext cx="2593901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SG4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SGLT2i vs GLP1RA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size: 1,953 vs 1,343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event: 34 vs 27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-0.0 (-1.0 to 0.9)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466768-4BA4-AEBB-98F6-8819F5FF3422}"/>
              </a:ext>
            </a:extLst>
          </p:cNvPr>
          <p:cNvSpPr txBox="1"/>
          <p:nvPr/>
        </p:nvSpPr>
        <p:spPr>
          <a:xfrm>
            <a:off x="13689568" y="2768657"/>
            <a:ext cx="179550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8A12EA-7A6D-1549-7AA6-2C16E481E3A4}"/>
              </a:ext>
            </a:extLst>
          </p:cNvPr>
          <p:cNvCxnSpPr>
            <a:cxnSpLocks/>
          </p:cNvCxnSpPr>
          <p:nvPr/>
        </p:nvCxnSpPr>
        <p:spPr>
          <a:xfrm flipH="1">
            <a:off x="13359605" y="2637941"/>
            <a:ext cx="1197252" cy="801811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D7AB5F3-E206-A38F-7878-F0530E19DB5C}"/>
              </a:ext>
            </a:extLst>
          </p:cNvPr>
          <p:cNvSpPr txBox="1"/>
          <p:nvPr/>
        </p:nvSpPr>
        <p:spPr>
          <a:xfrm>
            <a:off x="15569215" y="2773455"/>
            <a:ext cx="220407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832B4A-2DB1-A63C-F9F2-56664E23442A}"/>
              </a:ext>
            </a:extLst>
          </p:cNvPr>
          <p:cNvCxnSpPr>
            <a:cxnSpLocks/>
          </p:cNvCxnSpPr>
          <p:nvPr/>
        </p:nvCxnSpPr>
        <p:spPr>
          <a:xfrm flipH="1" flipV="1">
            <a:off x="14775128" y="2628966"/>
            <a:ext cx="1238388" cy="793615"/>
          </a:xfrm>
          <a:prstGeom prst="line">
            <a:avLst/>
          </a:prstGeom>
          <a:ln w="12700"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C9B2F90-4AB9-FD39-E99D-D2F90F933ED2}"/>
              </a:ext>
            </a:extLst>
          </p:cNvPr>
          <p:cNvSpPr txBox="1"/>
          <p:nvPr/>
        </p:nvSpPr>
        <p:spPr>
          <a:xfrm>
            <a:off x="14850820" y="4350355"/>
            <a:ext cx="179550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42A061-9021-61A1-CE03-7F76681807DB}"/>
              </a:ext>
            </a:extLst>
          </p:cNvPr>
          <p:cNvCxnSpPr>
            <a:cxnSpLocks/>
          </p:cNvCxnSpPr>
          <p:nvPr/>
        </p:nvCxnSpPr>
        <p:spPr>
          <a:xfrm flipH="1">
            <a:off x="14520857" y="4219639"/>
            <a:ext cx="1197252" cy="801811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82D4BC0-36FB-5F03-3070-59EA2E16737E}"/>
              </a:ext>
            </a:extLst>
          </p:cNvPr>
          <p:cNvSpPr txBox="1"/>
          <p:nvPr/>
        </p:nvSpPr>
        <p:spPr>
          <a:xfrm>
            <a:off x="16730467" y="4355153"/>
            <a:ext cx="220407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47A7A6D-F986-9E49-B696-EAD6443FC77F}"/>
              </a:ext>
            </a:extLst>
          </p:cNvPr>
          <p:cNvCxnSpPr>
            <a:cxnSpLocks/>
          </p:cNvCxnSpPr>
          <p:nvPr/>
        </p:nvCxnSpPr>
        <p:spPr>
          <a:xfrm flipH="1" flipV="1">
            <a:off x="15936380" y="4210664"/>
            <a:ext cx="1238388" cy="793615"/>
          </a:xfrm>
          <a:prstGeom prst="line">
            <a:avLst/>
          </a:prstGeom>
          <a:ln w="12700"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1B88394-C31E-25ED-00E7-6CE5C8533ABB}"/>
              </a:ext>
            </a:extLst>
          </p:cNvPr>
          <p:cNvSpPr txBox="1"/>
          <p:nvPr/>
        </p:nvSpPr>
        <p:spPr>
          <a:xfrm>
            <a:off x="16236828" y="5900431"/>
            <a:ext cx="179550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B8E6546-970C-7867-83A6-8523FAA975FA}"/>
              </a:ext>
            </a:extLst>
          </p:cNvPr>
          <p:cNvCxnSpPr>
            <a:cxnSpLocks/>
          </p:cNvCxnSpPr>
          <p:nvPr/>
        </p:nvCxnSpPr>
        <p:spPr>
          <a:xfrm flipH="1">
            <a:off x="15906865" y="5769715"/>
            <a:ext cx="1197252" cy="801811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136102A-9BED-1D6C-3D58-DD481FD268E9}"/>
              </a:ext>
            </a:extLst>
          </p:cNvPr>
          <p:cNvSpPr txBox="1"/>
          <p:nvPr/>
        </p:nvSpPr>
        <p:spPr>
          <a:xfrm>
            <a:off x="18116475" y="5905229"/>
            <a:ext cx="220407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BF2723-9966-090D-AF23-E0364C1DCCA7}"/>
              </a:ext>
            </a:extLst>
          </p:cNvPr>
          <p:cNvCxnSpPr>
            <a:cxnSpLocks/>
          </p:cNvCxnSpPr>
          <p:nvPr/>
        </p:nvCxnSpPr>
        <p:spPr>
          <a:xfrm flipH="1" flipV="1">
            <a:off x="17322388" y="5760740"/>
            <a:ext cx="1238388" cy="793615"/>
          </a:xfrm>
          <a:prstGeom prst="line">
            <a:avLst/>
          </a:prstGeom>
          <a:ln w="12700"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538B204-65A8-EBFB-8D8C-42893CCC5AF7}"/>
              </a:ext>
            </a:extLst>
          </p:cNvPr>
          <p:cNvSpPr txBox="1"/>
          <p:nvPr/>
        </p:nvSpPr>
        <p:spPr>
          <a:xfrm>
            <a:off x="15842809" y="5000630"/>
            <a:ext cx="2710578" cy="76944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sz="1200" dirty="0"/>
          </a:p>
          <a:p>
            <a:r>
              <a:rPr lang="en-US" sz="2000" dirty="0"/>
              <a:t>Age &gt; 70</a:t>
            </a:r>
          </a:p>
          <a:p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501AB-90FB-7384-E1CD-A06013C7E874}"/>
              </a:ext>
            </a:extLst>
          </p:cNvPr>
          <p:cNvSpPr txBox="1"/>
          <p:nvPr/>
        </p:nvSpPr>
        <p:spPr>
          <a:xfrm>
            <a:off x="177086" y="1932057"/>
            <a:ext cx="2539276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SG1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SGLT2i vs GLP1RA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size: 1,148 vs 1,636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event: 120 vs 222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-2.6 (-5.0 to -0.2)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53A6A-168F-194D-6CB5-067563DC8F12}"/>
              </a:ext>
            </a:extLst>
          </p:cNvPr>
          <p:cNvSpPr txBox="1"/>
          <p:nvPr/>
        </p:nvSpPr>
        <p:spPr>
          <a:xfrm>
            <a:off x="2135904" y="366901"/>
            <a:ext cx="2539275" cy="70788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atc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_outpt_C03C (Loop diuretics)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≥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7B4A7-1796-C99E-FCD7-766F568FB052}"/>
              </a:ext>
            </a:extLst>
          </p:cNvPr>
          <p:cNvSpPr txBox="1"/>
          <p:nvPr/>
        </p:nvSpPr>
        <p:spPr>
          <a:xfrm>
            <a:off x="694959" y="3472196"/>
            <a:ext cx="2710578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SG2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SGLT2i vs GLP1RA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size: 1,627 vs 1,269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event: 67 vs 60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0.2 (-1.3 to 1.7)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3ACEA-22D5-0AD7-1781-9C09342163ED}"/>
              </a:ext>
            </a:extLst>
          </p:cNvPr>
          <p:cNvSpPr txBox="1"/>
          <p:nvPr/>
        </p:nvSpPr>
        <p:spPr>
          <a:xfrm>
            <a:off x="3210444" y="1915485"/>
            <a:ext cx="2539275" cy="70788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dx3_outpt_ I25 (Chronic IHD) 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≥ 2</a:t>
            </a:r>
            <a:r>
              <a:rPr lang="en-US" sz="20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5BA23-7A01-4D3F-6191-F717EA725883}"/>
              </a:ext>
            </a:extLst>
          </p:cNvPr>
          <p:cNvSpPr txBox="1"/>
          <p:nvPr/>
        </p:nvSpPr>
        <p:spPr>
          <a:xfrm>
            <a:off x="2447699" y="1226150"/>
            <a:ext cx="179550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D37E3D-600B-DE13-54DB-06961673B268}"/>
              </a:ext>
            </a:extLst>
          </p:cNvPr>
          <p:cNvCxnSpPr>
            <a:cxnSpLocks/>
          </p:cNvCxnSpPr>
          <p:nvPr/>
        </p:nvCxnSpPr>
        <p:spPr>
          <a:xfrm flipH="1">
            <a:off x="2117736" y="1095434"/>
            <a:ext cx="1197252" cy="801811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A3290B-C7C5-E570-6FA9-BDF4285F00F8}"/>
              </a:ext>
            </a:extLst>
          </p:cNvPr>
          <p:cNvSpPr txBox="1"/>
          <p:nvPr/>
        </p:nvSpPr>
        <p:spPr>
          <a:xfrm>
            <a:off x="4327346" y="1230948"/>
            <a:ext cx="220407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9B34A4-C889-1CF7-F204-4DB1715F847F}"/>
              </a:ext>
            </a:extLst>
          </p:cNvPr>
          <p:cNvCxnSpPr>
            <a:cxnSpLocks/>
          </p:cNvCxnSpPr>
          <p:nvPr/>
        </p:nvCxnSpPr>
        <p:spPr>
          <a:xfrm flipH="1" flipV="1">
            <a:off x="3533259" y="1086459"/>
            <a:ext cx="1238388" cy="793615"/>
          </a:xfrm>
          <a:prstGeom prst="line">
            <a:avLst/>
          </a:prstGeom>
          <a:ln w="12700"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F2F9298-60A1-9763-C5AC-6E772786CAE6}"/>
              </a:ext>
            </a:extLst>
          </p:cNvPr>
          <p:cNvSpPr txBox="1"/>
          <p:nvPr/>
        </p:nvSpPr>
        <p:spPr>
          <a:xfrm>
            <a:off x="4362837" y="3481828"/>
            <a:ext cx="2539277" cy="70788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atc</a:t>
            </a:r>
            <a:r>
              <a:rPr lang="en-US" altLang="zh-CN" sz="2000" dirty="0"/>
              <a:t>3</a:t>
            </a:r>
            <a:r>
              <a:rPr lang="en-US" sz="2000" dirty="0"/>
              <a:t>_outpt_N03A (Antiepileptics)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D26B86-1F92-8C89-4863-00C306AF0638}"/>
              </a:ext>
            </a:extLst>
          </p:cNvPr>
          <p:cNvSpPr txBox="1"/>
          <p:nvPr/>
        </p:nvSpPr>
        <p:spPr>
          <a:xfrm>
            <a:off x="2120105" y="5046720"/>
            <a:ext cx="2593901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SG3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SGLT2i vs GLP1RA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size: 1,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098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vs 1,1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86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event: 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vs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36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0.8 (-0.7 to 2.2)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0B976-F953-99A6-0A4B-1B3663F16135}"/>
              </a:ext>
            </a:extLst>
          </p:cNvPr>
          <p:cNvSpPr txBox="1"/>
          <p:nvPr/>
        </p:nvSpPr>
        <p:spPr>
          <a:xfrm>
            <a:off x="5486213" y="5017428"/>
            <a:ext cx="2971044" cy="70788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2000" dirty="0"/>
              <a:t>cpt5_outpt_80048 </a:t>
            </a:r>
            <a:br>
              <a:rPr lang="en-US" sz="2000" dirty="0"/>
            </a:br>
            <a:r>
              <a:rPr lang="en-US" sz="2000" dirty="0"/>
              <a:t>(Basic metabolic panel)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n-US" sz="2000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125F08-039B-D153-B3E7-FDA88EA44FEE}"/>
              </a:ext>
            </a:extLst>
          </p:cNvPr>
          <p:cNvSpPr txBox="1"/>
          <p:nvPr/>
        </p:nvSpPr>
        <p:spPr>
          <a:xfrm>
            <a:off x="7047295" y="6553032"/>
            <a:ext cx="2572307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SG5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SGLT2i vs GLP1RA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size: 2,877 vs 2,092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event: 44 vs 38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0.3 (-0.4 to 1.0)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4C5AC3-17AC-86A1-3209-A909B6967887}"/>
              </a:ext>
            </a:extLst>
          </p:cNvPr>
          <p:cNvSpPr txBox="1"/>
          <p:nvPr/>
        </p:nvSpPr>
        <p:spPr>
          <a:xfrm>
            <a:off x="4242099" y="6553032"/>
            <a:ext cx="2593901" cy="13234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SG4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SGLT2i vs GLP1RA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size: 1,325 vs 1,130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event: 16 vs 20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-0.8 (-1.7 to 0.2)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6A74E8-4B72-866F-D7A3-DF16B0A41345}"/>
              </a:ext>
            </a:extLst>
          </p:cNvPr>
          <p:cNvSpPr txBox="1"/>
          <p:nvPr/>
        </p:nvSpPr>
        <p:spPr>
          <a:xfrm>
            <a:off x="3405537" y="2768657"/>
            <a:ext cx="179550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C48C57-3504-B966-2BC3-E27304DADB0B}"/>
              </a:ext>
            </a:extLst>
          </p:cNvPr>
          <p:cNvCxnSpPr>
            <a:cxnSpLocks/>
          </p:cNvCxnSpPr>
          <p:nvPr/>
        </p:nvCxnSpPr>
        <p:spPr>
          <a:xfrm flipH="1">
            <a:off x="3075574" y="2637941"/>
            <a:ext cx="1197252" cy="801811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184516-3B51-3A5D-E936-7591BD95DABA}"/>
              </a:ext>
            </a:extLst>
          </p:cNvPr>
          <p:cNvSpPr txBox="1"/>
          <p:nvPr/>
        </p:nvSpPr>
        <p:spPr>
          <a:xfrm>
            <a:off x="5285184" y="2773455"/>
            <a:ext cx="220407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13A6AAA-97E3-AFD5-5510-C864B03BDF02}"/>
              </a:ext>
            </a:extLst>
          </p:cNvPr>
          <p:cNvCxnSpPr>
            <a:cxnSpLocks/>
          </p:cNvCxnSpPr>
          <p:nvPr/>
        </p:nvCxnSpPr>
        <p:spPr>
          <a:xfrm flipH="1" flipV="1">
            <a:off x="4491097" y="2628966"/>
            <a:ext cx="1238388" cy="793615"/>
          </a:xfrm>
          <a:prstGeom prst="line">
            <a:avLst/>
          </a:prstGeom>
          <a:ln w="12700"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93205E0-906B-9B26-8EE7-132BD3A5ED11}"/>
              </a:ext>
            </a:extLst>
          </p:cNvPr>
          <p:cNvSpPr txBox="1"/>
          <p:nvPr/>
        </p:nvSpPr>
        <p:spPr>
          <a:xfrm>
            <a:off x="4566789" y="4350355"/>
            <a:ext cx="179550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0E1FB5-62D1-6BC5-8A79-4ADEB52D863E}"/>
              </a:ext>
            </a:extLst>
          </p:cNvPr>
          <p:cNvCxnSpPr>
            <a:cxnSpLocks/>
          </p:cNvCxnSpPr>
          <p:nvPr/>
        </p:nvCxnSpPr>
        <p:spPr>
          <a:xfrm flipH="1">
            <a:off x="4236826" y="4219639"/>
            <a:ext cx="1197252" cy="801811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6CD6577-1E13-91FD-7F84-63EDE45DC800}"/>
              </a:ext>
            </a:extLst>
          </p:cNvPr>
          <p:cNvSpPr txBox="1"/>
          <p:nvPr/>
        </p:nvSpPr>
        <p:spPr>
          <a:xfrm>
            <a:off x="6446436" y="4355153"/>
            <a:ext cx="220407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C198164-5918-21A0-90F5-FC916EED6CE4}"/>
              </a:ext>
            </a:extLst>
          </p:cNvPr>
          <p:cNvCxnSpPr>
            <a:cxnSpLocks/>
          </p:cNvCxnSpPr>
          <p:nvPr/>
        </p:nvCxnSpPr>
        <p:spPr>
          <a:xfrm flipH="1" flipV="1">
            <a:off x="5652349" y="4210664"/>
            <a:ext cx="1238388" cy="793615"/>
          </a:xfrm>
          <a:prstGeom prst="line">
            <a:avLst/>
          </a:prstGeom>
          <a:ln w="12700"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D9DBA61-0422-8670-12C2-2D57155FBD02}"/>
              </a:ext>
            </a:extLst>
          </p:cNvPr>
          <p:cNvSpPr txBox="1"/>
          <p:nvPr/>
        </p:nvSpPr>
        <p:spPr>
          <a:xfrm>
            <a:off x="5952797" y="5864806"/>
            <a:ext cx="179550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60C83B-EAD1-73B4-4571-089C847169EA}"/>
              </a:ext>
            </a:extLst>
          </p:cNvPr>
          <p:cNvCxnSpPr>
            <a:cxnSpLocks/>
          </p:cNvCxnSpPr>
          <p:nvPr/>
        </p:nvCxnSpPr>
        <p:spPr>
          <a:xfrm flipH="1">
            <a:off x="5622834" y="5734090"/>
            <a:ext cx="1197252" cy="801811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DE6C5A8-A3FF-07C6-C831-00637217A6F8}"/>
              </a:ext>
            </a:extLst>
          </p:cNvPr>
          <p:cNvSpPr txBox="1"/>
          <p:nvPr/>
        </p:nvSpPr>
        <p:spPr>
          <a:xfrm>
            <a:off x="7832444" y="5869604"/>
            <a:ext cx="220407" cy="40011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960201C-16DB-D470-AA16-F69BD96C1EDF}"/>
              </a:ext>
            </a:extLst>
          </p:cNvPr>
          <p:cNvCxnSpPr>
            <a:cxnSpLocks/>
          </p:cNvCxnSpPr>
          <p:nvPr/>
        </p:nvCxnSpPr>
        <p:spPr>
          <a:xfrm flipH="1" flipV="1">
            <a:off x="7038357" y="5725115"/>
            <a:ext cx="1238388" cy="793615"/>
          </a:xfrm>
          <a:prstGeom prst="line">
            <a:avLst/>
          </a:prstGeom>
          <a:ln w="12700"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FDF6163-AB8D-23D6-A260-911E3D9746CA}"/>
              </a:ext>
            </a:extLst>
          </p:cNvPr>
          <p:cNvSpPr txBox="1"/>
          <p:nvPr/>
        </p:nvSpPr>
        <p:spPr>
          <a:xfrm>
            <a:off x="78551" y="23967"/>
            <a:ext cx="444352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/>
              <a:t>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D49F90-CC5A-045A-DF9B-342BAA0C086A}"/>
              </a:ext>
            </a:extLst>
          </p:cNvPr>
          <p:cNvSpPr txBox="1"/>
          <p:nvPr/>
        </p:nvSpPr>
        <p:spPr>
          <a:xfrm>
            <a:off x="10243750" y="23967"/>
            <a:ext cx="43473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3970753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27507</TotalTime>
  <Words>329</Words>
  <Application>Microsoft Macintosh PowerPoint</Application>
  <PresentationFormat>Custom</PresentationFormat>
  <Paragraphs>70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Google Sans</vt:lpstr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Wang, Tiansheng</dc:creator>
  <cp:lastModifiedBy>Wang, Tiansheng</cp:lastModifiedBy>
  <cp:revision>237</cp:revision>
  <dcterms:created xsi:type="dcterms:W3CDTF">2023-02-01T19:52:47Z</dcterms:created>
  <dcterms:modified xsi:type="dcterms:W3CDTF">2024-10-20T22:23:05Z</dcterms:modified>
</cp:coreProperties>
</file>